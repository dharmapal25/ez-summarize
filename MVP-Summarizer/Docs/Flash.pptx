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7"/>
  </p:notesMasterIdLst>
  <p:sldIdLst>
    <p:sldId id="274" r:id="rId2"/>
    <p:sldId id="259" r:id="rId3"/>
    <p:sldId id="262" r:id="rId4"/>
    <p:sldId id="275" r:id="rId5"/>
    <p:sldId id="263" r:id="rId6"/>
    <p:sldId id="264" r:id="rId7"/>
    <p:sldId id="267" r:id="rId8"/>
    <p:sldId id="268" r:id="rId9"/>
    <p:sldId id="261" r:id="rId10"/>
    <p:sldId id="269" r:id="rId11"/>
    <p:sldId id="258" r:id="rId12"/>
    <p:sldId id="271" r:id="rId13"/>
    <p:sldId id="272" r:id="rId14"/>
    <p:sldId id="273" r:id="rId15"/>
    <p:sldId id="276" r:id="rId1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9202"/>
    <a:srgbClr val="D47A02"/>
    <a:srgbClr val="BF7E37"/>
    <a:srgbClr val="FF99CC"/>
    <a:srgbClr val="6C1A00"/>
    <a:srgbClr val="5EEC3C"/>
    <a:srgbClr val="E6B254"/>
    <a:srgbClr val="1D3A00"/>
    <a:srgbClr val="E39A39"/>
    <a:srgbClr val="007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4" autoAdjust="0"/>
    <p:restoredTop sz="94660"/>
  </p:normalViewPr>
  <p:slideViewPr>
    <p:cSldViewPr>
      <p:cViewPr varScale="1">
        <p:scale>
          <a:sx n="93" d="100"/>
          <a:sy n="93" d="100"/>
        </p:scale>
        <p:origin x="114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EBA22A-0210-42FA-87A2-03A37081D96F}" type="doc">
      <dgm:prSet loTypeId="urn:microsoft.com/office/officeart/2005/8/layout/orgChart1" loCatId="hierarchy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9D47976-D2EF-4628-B4BF-71B8489E66C4}">
      <dgm:prSet phldrT="[Text]" custT="1"/>
      <dgm:spPr/>
      <dgm:t>
        <a:bodyPr/>
        <a:lstStyle/>
        <a:p>
          <a:r>
            <a:rPr lang="en-US" sz="1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MD &amp; CEO</a:t>
          </a:r>
        </a:p>
      </dgm:t>
    </dgm:pt>
    <dgm:pt modelId="{4A53F9BB-B97A-4D9C-B1A6-05038066D75C}" type="parTrans" cxnId="{6F164AB9-C28C-4EE4-83C3-9FE26301B47B}">
      <dgm:prSet/>
      <dgm:spPr/>
      <dgm:t>
        <a:bodyPr/>
        <a:lstStyle/>
        <a:p>
          <a:endParaRPr lang="en-US"/>
        </a:p>
      </dgm:t>
    </dgm:pt>
    <dgm:pt modelId="{0EE0B79F-4E05-4AAE-887A-254BEFC0E31B}" type="sibTrans" cxnId="{6F164AB9-C28C-4EE4-83C3-9FE26301B47B}">
      <dgm:prSet/>
      <dgm:spPr/>
      <dgm:t>
        <a:bodyPr/>
        <a:lstStyle/>
        <a:p>
          <a:endParaRPr lang="en-US"/>
        </a:p>
      </dgm:t>
    </dgm:pt>
    <dgm:pt modelId="{3F13E94F-7891-48A9-99B2-E9335F3521AA}">
      <dgm:prSet phldrT="[Text]" custT="1"/>
      <dgm:spPr/>
      <dgm:t>
        <a:bodyPr/>
        <a:lstStyle/>
        <a:p>
          <a:r>
            <a:rPr lang="en-US" sz="1800" b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CTO</a:t>
          </a:r>
          <a:endParaRPr lang="en-US" sz="1800" b="0" dirty="0"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0D8B13-33FB-4722-B147-6D28CF689A57}" type="parTrans" cxnId="{31849614-C0BE-47BC-97D2-C279F3840366}">
      <dgm:prSet/>
      <dgm:spPr/>
      <dgm:t>
        <a:bodyPr/>
        <a:lstStyle/>
        <a:p>
          <a:endParaRPr lang="en-US" sz="1800" b="0"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91E8B3-E160-4725-9B93-6982DA10167D}" type="sibTrans" cxnId="{31849614-C0BE-47BC-97D2-C279F3840366}">
      <dgm:prSet/>
      <dgm:spPr/>
      <dgm:t>
        <a:bodyPr/>
        <a:lstStyle/>
        <a:p>
          <a:endParaRPr lang="en-US"/>
        </a:p>
      </dgm:t>
    </dgm:pt>
    <dgm:pt modelId="{16D4E24E-21F2-4980-924A-6750F8AB9B2E}">
      <dgm:prSet phldrT="[Text]" custT="1"/>
      <dgm:spPr/>
      <dgm:t>
        <a:bodyPr/>
        <a:lstStyle/>
        <a:p>
          <a:r>
            <a:rPr lang="en-US" sz="1800" b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COO</a:t>
          </a:r>
          <a:endParaRPr lang="en-US" sz="1800" b="0" dirty="0"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AB46A69-CEE1-498D-955F-21AAE3659F1F}" type="parTrans" cxnId="{B5928B4A-40B6-46F1-B835-1818F5870D83}">
      <dgm:prSet/>
      <dgm:spPr/>
      <dgm:t>
        <a:bodyPr/>
        <a:lstStyle/>
        <a:p>
          <a:endParaRPr lang="en-US" sz="1800" b="0"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C4FE76E-F42D-4E67-81E9-0547B849CA16}" type="sibTrans" cxnId="{B5928B4A-40B6-46F1-B835-1818F5870D83}">
      <dgm:prSet/>
      <dgm:spPr/>
      <dgm:t>
        <a:bodyPr/>
        <a:lstStyle/>
        <a:p>
          <a:endParaRPr lang="en-US"/>
        </a:p>
      </dgm:t>
    </dgm:pt>
    <dgm:pt modelId="{76999758-87BB-4E19-88E8-37C465E82890}">
      <dgm:prSet phldrT="[Text]" custT="1"/>
      <dgm:spPr/>
      <dgm:t>
        <a:bodyPr/>
        <a:lstStyle/>
        <a:p>
          <a:r>
            <a:rPr lang="en-US" sz="1800" b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CBO</a:t>
          </a:r>
          <a:endParaRPr lang="en-US" sz="1800" b="0" dirty="0"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1E8FC9-82AE-412C-81A7-CEAC4254017D}" type="parTrans" cxnId="{48EE3F33-4F64-4C02-9D2E-6741AF934BFC}">
      <dgm:prSet/>
      <dgm:spPr/>
      <dgm:t>
        <a:bodyPr/>
        <a:lstStyle/>
        <a:p>
          <a:endParaRPr lang="en-US" sz="1800" b="0"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7B8B507-3982-4751-A3CB-EE27DC9423EC}" type="sibTrans" cxnId="{48EE3F33-4F64-4C02-9D2E-6741AF934BFC}">
      <dgm:prSet/>
      <dgm:spPr/>
      <dgm:t>
        <a:bodyPr/>
        <a:lstStyle/>
        <a:p>
          <a:endParaRPr lang="en-US"/>
        </a:p>
      </dgm:t>
    </dgm:pt>
    <dgm:pt modelId="{2C07A5FC-9F19-4B8C-8B7C-0B880651B9CB}">
      <dgm:prSet custT="1"/>
      <dgm:spPr/>
      <dgm:t>
        <a:bodyPr/>
        <a:lstStyle/>
        <a:p>
          <a:pPr algn="ctr"/>
          <a:r>
            <a:rPr lang="en-US" sz="1800" b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Team Leader</a:t>
          </a:r>
          <a:endParaRPr lang="en-US" sz="1800" b="0" dirty="0"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915CCB6-BF4F-47C7-922C-0E80272A7945}" type="parTrans" cxnId="{FEC11619-E5AE-4080-BC5D-3BA5812809C0}">
      <dgm:prSet/>
      <dgm:spPr/>
      <dgm:t>
        <a:bodyPr/>
        <a:lstStyle/>
        <a:p>
          <a:endParaRPr lang="en-US" sz="1800" b="0"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8A801D-285B-47BE-AE8E-804E9DEE5139}" type="sibTrans" cxnId="{FEC11619-E5AE-4080-BC5D-3BA5812809C0}">
      <dgm:prSet/>
      <dgm:spPr/>
      <dgm:t>
        <a:bodyPr/>
        <a:lstStyle/>
        <a:p>
          <a:endParaRPr lang="en-US"/>
        </a:p>
      </dgm:t>
    </dgm:pt>
    <dgm:pt modelId="{DE484EA3-908C-47ED-A0F8-B070415752DA}">
      <dgm:prSet custT="1"/>
      <dgm:spPr/>
      <dgm:t>
        <a:bodyPr/>
        <a:lstStyle/>
        <a:p>
          <a:r>
            <a:rPr lang="en-US" sz="1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Employees</a:t>
          </a:r>
        </a:p>
      </dgm:t>
    </dgm:pt>
    <dgm:pt modelId="{E1624986-4D2C-48F0-9C27-B40A9DF5F646}" type="parTrans" cxnId="{1BE48619-B7FF-4918-9FDE-9540546DB0EF}">
      <dgm:prSet/>
      <dgm:spPr/>
      <dgm:t>
        <a:bodyPr/>
        <a:lstStyle/>
        <a:p>
          <a:endParaRPr lang="en-US" sz="1800" b="0"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5A019E-0333-4552-926B-5480F74B2CDB}" type="sibTrans" cxnId="{1BE48619-B7FF-4918-9FDE-9540546DB0EF}">
      <dgm:prSet/>
      <dgm:spPr/>
      <dgm:t>
        <a:bodyPr/>
        <a:lstStyle/>
        <a:p>
          <a:endParaRPr lang="en-US"/>
        </a:p>
      </dgm:t>
    </dgm:pt>
    <dgm:pt modelId="{63C1ADB6-D565-407E-B40F-0C23B8CC6975}">
      <dgm:prSet custT="1"/>
      <dgm:spPr/>
      <dgm:t>
        <a:bodyPr/>
        <a:lstStyle/>
        <a:p>
          <a:r>
            <a:rPr lang="en-US" sz="1800" b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Interns</a:t>
          </a:r>
          <a:endParaRPr lang="en-US" sz="1800" b="0" dirty="0"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5744A4-2BF4-4200-A1CC-834F60440C86}" type="parTrans" cxnId="{5EC6F57F-82E7-4179-A478-06A960C75B97}">
      <dgm:prSet/>
      <dgm:spPr/>
      <dgm:t>
        <a:bodyPr/>
        <a:lstStyle/>
        <a:p>
          <a:endParaRPr lang="en-US" sz="1800" b="0"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1F50CA-4CB1-42F4-BD7B-347FC509C439}" type="sibTrans" cxnId="{5EC6F57F-82E7-4179-A478-06A960C75B97}">
      <dgm:prSet/>
      <dgm:spPr/>
      <dgm:t>
        <a:bodyPr/>
        <a:lstStyle/>
        <a:p>
          <a:endParaRPr lang="en-US"/>
        </a:p>
      </dgm:t>
    </dgm:pt>
    <dgm:pt modelId="{DF74CA44-C0B1-4BB8-9F04-A260D78F3169}" type="pres">
      <dgm:prSet presAssocID="{17EBA22A-0210-42FA-87A2-03A37081D96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0315572-2DFB-43CF-BD2E-3CDAB0FF2B2A}" type="pres">
      <dgm:prSet presAssocID="{69D47976-D2EF-4628-B4BF-71B8489E66C4}" presName="hierRoot1" presStyleCnt="0">
        <dgm:presLayoutVars>
          <dgm:hierBranch val="init"/>
        </dgm:presLayoutVars>
      </dgm:prSet>
      <dgm:spPr/>
    </dgm:pt>
    <dgm:pt modelId="{8FDAEB4E-1E50-4A50-B1F5-A30AB516D1B3}" type="pres">
      <dgm:prSet presAssocID="{69D47976-D2EF-4628-B4BF-71B8489E66C4}" presName="rootComposite1" presStyleCnt="0"/>
      <dgm:spPr/>
    </dgm:pt>
    <dgm:pt modelId="{4AEF1271-4168-4E33-8231-AEADE5A8EB5E}" type="pres">
      <dgm:prSet presAssocID="{69D47976-D2EF-4628-B4BF-71B8489E66C4}" presName="rootText1" presStyleLbl="node0" presStyleIdx="0" presStyleCnt="1" custScaleX="153504">
        <dgm:presLayoutVars>
          <dgm:chPref val="3"/>
        </dgm:presLayoutVars>
      </dgm:prSet>
      <dgm:spPr/>
    </dgm:pt>
    <dgm:pt modelId="{031006A5-01DD-4EDC-9ECC-00BA9DEE55D1}" type="pres">
      <dgm:prSet presAssocID="{69D47976-D2EF-4628-B4BF-71B8489E66C4}" presName="rootConnector1" presStyleLbl="node1" presStyleIdx="0" presStyleCnt="0"/>
      <dgm:spPr/>
    </dgm:pt>
    <dgm:pt modelId="{6FF72ECC-59E7-4FB4-A00A-8EACDC3550E1}" type="pres">
      <dgm:prSet presAssocID="{69D47976-D2EF-4628-B4BF-71B8489E66C4}" presName="hierChild2" presStyleCnt="0"/>
      <dgm:spPr/>
    </dgm:pt>
    <dgm:pt modelId="{F104F791-3467-4404-B059-741906FE54B8}" type="pres">
      <dgm:prSet presAssocID="{FC0D8B13-33FB-4722-B147-6D28CF689A57}" presName="Name37" presStyleLbl="parChTrans1D2" presStyleIdx="0" presStyleCnt="3"/>
      <dgm:spPr/>
    </dgm:pt>
    <dgm:pt modelId="{1276DE10-7C3E-45A8-B1E7-6283708A68F6}" type="pres">
      <dgm:prSet presAssocID="{3F13E94F-7891-48A9-99B2-E9335F3521AA}" presName="hierRoot2" presStyleCnt="0">
        <dgm:presLayoutVars>
          <dgm:hierBranch val="init"/>
        </dgm:presLayoutVars>
      </dgm:prSet>
      <dgm:spPr/>
    </dgm:pt>
    <dgm:pt modelId="{BC4EF910-8CB2-47E9-BF09-DA027C9F3820}" type="pres">
      <dgm:prSet presAssocID="{3F13E94F-7891-48A9-99B2-E9335F3521AA}" presName="rootComposite" presStyleCnt="0"/>
      <dgm:spPr/>
    </dgm:pt>
    <dgm:pt modelId="{EED9986C-E1E6-402D-9B65-DB4DDB30CE30}" type="pres">
      <dgm:prSet presAssocID="{3F13E94F-7891-48A9-99B2-E9335F3521AA}" presName="rootText" presStyleLbl="node2" presStyleIdx="0" presStyleCnt="3">
        <dgm:presLayoutVars>
          <dgm:chPref val="3"/>
        </dgm:presLayoutVars>
      </dgm:prSet>
      <dgm:spPr/>
    </dgm:pt>
    <dgm:pt modelId="{B53B0EA0-4EE7-4481-9981-EB7F01371934}" type="pres">
      <dgm:prSet presAssocID="{3F13E94F-7891-48A9-99B2-E9335F3521AA}" presName="rootConnector" presStyleLbl="node2" presStyleIdx="0" presStyleCnt="3"/>
      <dgm:spPr/>
    </dgm:pt>
    <dgm:pt modelId="{65EFFE7D-F7BF-4557-9724-D8FDC5E48678}" type="pres">
      <dgm:prSet presAssocID="{3F13E94F-7891-48A9-99B2-E9335F3521AA}" presName="hierChild4" presStyleCnt="0"/>
      <dgm:spPr/>
    </dgm:pt>
    <dgm:pt modelId="{C56B3B5E-BAA2-4007-9F41-FD842A4FA9CE}" type="pres">
      <dgm:prSet presAssocID="{F915CCB6-BF4F-47C7-922C-0E80272A7945}" presName="Name37" presStyleLbl="parChTrans1D3" presStyleIdx="0" presStyleCnt="1"/>
      <dgm:spPr/>
    </dgm:pt>
    <dgm:pt modelId="{76555195-13BA-4F33-819C-8A9D8690D772}" type="pres">
      <dgm:prSet presAssocID="{2C07A5FC-9F19-4B8C-8B7C-0B880651B9CB}" presName="hierRoot2" presStyleCnt="0">
        <dgm:presLayoutVars>
          <dgm:hierBranch val="init"/>
        </dgm:presLayoutVars>
      </dgm:prSet>
      <dgm:spPr/>
    </dgm:pt>
    <dgm:pt modelId="{2C9C52B9-7509-452B-8AC9-2486F7876803}" type="pres">
      <dgm:prSet presAssocID="{2C07A5FC-9F19-4B8C-8B7C-0B880651B9CB}" presName="rootComposite" presStyleCnt="0"/>
      <dgm:spPr/>
    </dgm:pt>
    <dgm:pt modelId="{23140E77-9B96-472D-8481-394537611ADD}" type="pres">
      <dgm:prSet presAssocID="{2C07A5FC-9F19-4B8C-8B7C-0B880651B9CB}" presName="rootText" presStyleLbl="node3" presStyleIdx="0" presStyleCnt="1" custLinFactNeighborX="62347" custLinFactNeighborY="53271">
        <dgm:presLayoutVars>
          <dgm:chPref val="3"/>
        </dgm:presLayoutVars>
      </dgm:prSet>
      <dgm:spPr/>
    </dgm:pt>
    <dgm:pt modelId="{1FDE63BA-F419-4718-907E-6AA68DD66F12}" type="pres">
      <dgm:prSet presAssocID="{2C07A5FC-9F19-4B8C-8B7C-0B880651B9CB}" presName="rootConnector" presStyleLbl="node3" presStyleIdx="0" presStyleCnt="1"/>
      <dgm:spPr/>
    </dgm:pt>
    <dgm:pt modelId="{E81C9458-9022-4BB0-A4E2-3DEF4230109C}" type="pres">
      <dgm:prSet presAssocID="{2C07A5FC-9F19-4B8C-8B7C-0B880651B9CB}" presName="hierChild4" presStyleCnt="0"/>
      <dgm:spPr/>
    </dgm:pt>
    <dgm:pt modelId="{18AC9833-CB7F-4C40-B9EA-F845FF60695D}" type="pres">
      <dgm:prSet presAssocID="{E1624986-4D2C-48F0-9C27-B40A9DF5F646}" presName="Name37" presStyleLbl="parChTrans1D4" presStyleIdx="0" presStyleCnt="2"/>
      <dgm:spPr/>
    </dgm:pt>
    <dgm:pt modelId="{3E8EEB17-606B-46D5-AE2B-CF983B7DDEA6}" type="pres">
      <dgm:prSet presAssocID="{DE484EA3-908C-47ED-A0F8-B070415752DA}" presName="hierRoot2" presStyleCnt="0">
        <dgm:presLayoutVars>
          <dgm:hierBranch val="init"/>
        </dgm:presLayoutVars>
      </dgm:prSet>
      <dgm:spPr/>
    </dgm:pt>
    <dgm:pt modelId="{1DE2CFA0-B575-4801-879C-243B1448B4A2}" type="pres">
      <dgm:prSet presAssocID="{DE484EA3-908C-47ED-A0F8-B070415752DA}" presName="rootComposite" presStyleCnt="0"/>
      <dgm:spPr/>
    </dgm:pt>
    <dgm:pt modelId="{AF01CFA1-C323-41AF-BBCF-AC70A21815EB}" type="pres">
      <dgm:prSet presAssocID="{DE484EA3-908C-47ED-A0F8-B070415752DA}" presName="rootText" presStyleLbl="node4" presStyleIdx="0" presStyleCnt="2" custLinFactNeighborX="95214" custLinFactNeighborY="59050">
        <dgm:presLayoutVars>
          <dgm:chPref val="3"/>
        </dgm:presLayoutVars>
      </dgm:prSet>
      <dgm:spPr/>
    </dgm:pt>
    <dgm:pt modelId="{12487D67-BB72-46DE-9083-E24E41625F20}" type="pres">
      <dgm:prSet presAssocID="{DE484EA3-908C-47ED-A0F8-B070415752DA}" presName="rootConnector" presStyleLbl="node4" presStyleIdx="0" presStyleCnt="2"/>
      <dgm:spPr/>
    </dgm:pt>
    <dgm:pt modelId="{FBC321FE-11AF-43BC-850B-1B03A45A589D}" type="pres">
      <dgm:prSet presAssocID="{DE484EA3-908C-47ED-A0F8-B070415752DA}" presName="hierChild4" presStyleCnt="0"/>
      <dgm:spPr/>
    </dgm:pt>
    <dgm:pt modelId="{CECEA43D-4E9A-4B28-82A3-68BE2358C82F}" type="pres">
      <dgm:prSet presAssocID="{DE484EA3-908C-47ED-A0F8-B070415752DA}" presName="hierChild5" presStyleCnt="0"/>
      <dgm:spPr/>
    </dgm:pt>
    <dgm:pt modelId="{9E85F1C3-5B4C-4F4E-B638-567F0DCAB3D2}" type="pres">
      <dgm:prSet presAssocID="{045744A4-2BF4-4200-A1CC-834F60440C86}" presName="Name37" presStyleLbl="parChTrans1D4" presStyleIdx="1" presStyleCnt="2"/>
      <dgm:spPr/>
    </dgm:pt>
    <dgm:pt modelId="{628C1A93-1A0E-4446-995E-D3A6CE9370D5}" type="pres">
      <dgm:prSet presAssocID="{63C1ADB6-D565-407E-B40F-0C23B8CC6975}" presName="hierRoot2" presStyleCnt="0">
        <dgm:presLayoutVars>
          <dgm:hierBranch val="init"/>
        </dgm:presLayoutVars>
      </dgm:prSet>
      <dgm:spPr/>
    </dgm:pt>
    <dgm:pt modelId="{B4759BF0-4496-457F-85E0-2433D11A80B8}" type="pres">
      <dgm:prSet presAssocID="{63C1ADB6-D565-407E-B40F-0C23B8CC6975}" presName="rootComposite" presStyleCnt="0"/>
      <dgm:spPr/>
    </dgm:pt>
    <dgm:pt modelId="{257C641F-CF5B-4CD0-9591-7991A85BAA3A}" type="pres">
      <dgm:prSet presAssocID="{63C1ADB6-D565-407E-B40F-0C23B8CC6975}" presName="rootText" presStyleLbl="node4" presStyleIdx="1" presStyleCnt="2" custLinFactX="-4520" custLinFactNeighborX="-100000" custLinFactNeighborY="-82292">
        <dgm:presLayoutVars>
          <dgm:chPref val="3"/>
        </dgm:presLayoutVars>
      </dgm:prSet>
      <dgm:spPr/>
    </dgm:pt>
    <dgm:pt modelId="{903B0803-E29A-44FC-A7FB-51187B7CA7AC}" type="pres">
      <dgm:prSet presAssocID="{63C1ADB6-D565-407E-B40F-0C23B8CC6975}" presName="rootConnector" presStyleLbl="node4" presStyleIdx="1" presStyleCnt="2"/>
      <dgm:spPr/>
    </dgm:pt>
    <dgm:pt modelId="{7AFE240B-696D-44A6-A3D8-8ECFD721AF00}" type="pres">
      <dgm:prSet presAssocID="{63C1ADB6-D565-407E-B40F-0C23B8CC6975}" presName="hierChild4" presStyleCnt="0"/>
      <dgm:spPr/>
    </dgm:pt>
    <dgm:pt modelId="{A17892A3-14F5-49C3-8166-3B33EA540944}" type="pres">
      <dgm:prSet presAssocID="{63C1ADB6-D565-407E-B40F-0C23B8CC6975}" presName="hierChild5" presStyleCnt="0"/>
      <dgm:spPr/>
    </dgm:pt>
    <dgm:pt modelId="{46236E0C-0F53-4B10-8230-AC747D8A27E6}" type="pres">
      <dgm:prSet presAssocID="{2C07A5FC-9F19-4B8C-8B7C-0B880651B9CB}" presName="hierChild5" presStyleCnt="0"/>
      <dgm:spPr/>
    </dgm:pt>
    <dgm:pt modelId="{B34CFD1B-1186-4B26-9C7F-09C3E7E0444F}" type="pres">
      <dgm:prSet presAssocID="{3F13E94F-7891-48A9-99B2-E9335F3521AA}" presName="hierChild5" presStyleCnt="0"/>
      <dgm:spPr/>
    </dgm:pt>
    <dgm:pt modelId="{CA44930D-637F-4CA5-A6F7-353F66813F51}" type="pres">
      <dgm:prSet presAssocID="{4AB46A69-CEE1-498D-955F-21AAE3659F1F}" presName="Name37" presStyleLbl="parChTrans1D2" presStyleIdx="1" presStyleCnt="3"/>
      <dgm:spPr/>
    </dgm:pt>
    <dgm:pt modelId="{4FCBB6EC-912F-42F0-ADD6-93DCD4CA3BE2}" type="pres">
      <dgm:prSet presAssocID="{16D4E24E-21F2-4980-924A-6750F8AB9B2E}" presName="hierRoot2" presStyleCnt="0">
        <dgm:presLayoutVars>
          <dgm:hierBranch val="init"/>
        </dgm:presLayoutVars>
      </dgm:prSet>
      <dgm:spPr/>
    </dgm:pt>
    <dgm:pt modelId="{A810D386-5E1F-4038-B8BE-46880FBBED09}" type="pres">
      <dgm:prSet presAssocID="{16D4E24E-21F2-4980-924A-6750F8AB9B2E}" presName="rootComposite" presStyleCnt="0"/>
      <dgm:spPr/>
    </dgm:pt>
    <dgm:pt modelId="{087EFD81-07AD-4BC5-9E1B-D9247A7391FB}" type="pres">
      <dgm:prSet presAssocID="{16D4E24E-21F2-4980-924A-6750F8AB9B2E}" presName="rootText" presStyleLbl="node2" presStyleIdx="1" presStyleCnt="3">
        <dgm:presLayoutVars>
          <dgm:chPref val="3"/>
        </dgm:presLayoutVars>
      </dgm:prSet>
      <dgm:spPr/>
    </dgm:pt>
    <dgm:pt modelId="{2802858B-7BF1-4DBE-BD7F-06AEEF3FF83B}" type="pres">
      <dgm:prSet presAssocID="{16D4E24E-21F2-4980-924A-6750F8AB9B2E}" presName="rootConnector" presStyleLbl="node2" presStyleIdx="1" presStyleCnt="3"/>
      <dgm:spPr/>
    </dgm:pt>
    <dgm:pt modelId="{5C5217D6-D362-47AA-9580-6F2BA94B95E7}" type="pres">
      <dgm:prSet presAssocID="{16D4E24E-21F2-4980-924A-6750F8AB9B2E}" presName="hierChild4" presStyleCnt="0"/>
      <dgm:spPr/>
    </dgm:pt>
    <dgm:pt modelId="{867DF49F-B15B-4F9C-8B45-161781147A52}" type="pres">
      <dgm:prSet presAssocID="{16D4E24E-21F2-4980-924A-6750F8AB9B2E}" presName="hierChild5" presStyleCnt="0"/>
      <dgm:spPr/>
    </dgm:pt>
    <dgm:pt modelId="{45D571E7-5EB6-446F-A588-174532EDCAA8}" type="pres">
      <dgm:prSet presAssocID="{BE1E8FC9-82AE-412C-81A7-CEAC4254017D}" presName="Name37" presStyleLbl="parChTrans1D2" presStyleIdx="2" presStyleCnt="3"/>
      <dgm:spPr/>
    </dgm:pt>
    <dgm:pt modelId="{2F8B9AA5-6ED7-4581-BC19-275029B006DD}" type="pres">
      <dgm:prSet presAssocID="{76999758-87BB-4E19-88E8-37C465E82890}" presName="hierRoot2" presStyleCnt="0">
        <dgm:presLayoutVars>
          <dgm:hierBranch val="init"/>
        </dgm:presLayoutVars>
      </dgm:prSet>
      <dgm:spPr/>
    </dgm:pt>
    <dgm:pt modelId="{00D9FD88-C6DD-4253-8965-BCF17FC71CEC}" type="pres">
      <dgm:prSet presAssocID="{76999758-87BB-4E19-88E8-37C465E82890}" presName="rootComposite" presStyleCnt="0"/>
      <dgm:spPr/>
    </dgm:pt>
    <dgm:pt modelId="{A189AEF4-192A-4700-8C96-C3512E43D48B}" type="pres">
      <dgm:prSet presAssocID="{76999758-87BB-4E19-88E8-37C465E82890}" presName="rootText" presStyleLbl="node2" presStyleIdx="2" presStyleCnt="3">
        <dgm:presLayoutVars>
          <dgm:chPref val="3"/>
        </dgm:presLayoutVars>
      </dgm:prSet>
      <dgm:spPr/>
    </dgm:pt>
    <dgm:pt modelId="{742E04F4-6543-49C0-A3BB-823B0D6726AB}" type="pres">
      <dgm:prSet presAssocID="{76999758-87BB-4E19-88E8-37C465E82890}" presName="rootConnector" presStyleLbl="node2" presStyleIdx="2" presStyleCnt="3"/>
      <dgm:spPr/>
    </dgm:pt>
    <dgm:pt modelId="{88F527F6-6A92-4FA8-9A2D-7D69071A93B4}" type="pres">
      <dgm:prSet presAssocID="{76999758-87BB-4E19-88E8-37C465E82890}" presName="hierChild4" presStyleCnt="0"/>
      <dgm:spPr/>
    </dgm:pt>
    <dgm:pt modelId="{9B21CB38-C968-4C53-BE84-F17129C548A7}" type="pres">
      <dgm:prSet presAssocID="{76999758-87BB-4E19-88E8-37C465E82890}" presName="hierChild5" presStyleCnt="0"/>
      <dgm:spPr/>
    </dgm:pt>
    <dgm:pt modelId="{B76396AD-B758-4C1F-AC78-C426B9B8EBC9}" type="pres">
      <dgm:prSet presAssocID="{69D47976-D2EF-4628-B4BF-71B8489E66C4}" presName="hierChild3" presStyleCnt="0"/>
      <dgm:spPr/>
    </dgm:pt>
  </dgm:ptLst>
  <dgm:cxnLst>
    <dgm:cxn modelId="{210AE40C-851F-4DF8-AFAA-65EAD81B264D}" type="presOf" srcId="{3F13E94F-7891-48A9-99B2-E9335F3521AA}" destId="{EED9986C-E1E6-402D-9B65-DB4DDB30CE30}" srcOrd="0" destOrd="0" presId="urn:microsoft.com/office/officeart/2005/8/layout/orgChart1"/>
    <dgm:cxn modelId="{AA3EE511-EECB-47D3-9EB2-B3222D4E18C5}" type="presOf" srcId="{2C07A5FC-9F19-4B8C-8B7C-0B880651B9CB}" destId="{23140E77-9B96-472D-8481-394537611ADD}" srcOrd="0" destOrd="0" presId="urn:microsoft.com/office/officeart/2005/8/layout/orgChart1"/>
    <dgm:cxn modelId="{31849614-C0BE-47BC-97D2-C279F3840366}" srcId="{69D47976-D2EF-4628-B4BF-71B8489E66C4}" destId="{3F13E94F-7891-48A9-99B2-E9335F3521AA}" srcOrd="0" destOrd="0" parTransId="{FC0D8B13-33FB-4722-B147-6D28CF689A57}" sibTransId="{EC91E8B3-E160-4725-9B93-6982DA10167D}"/>
    <dgm:cxn modelId="{8015A114-CA18-4712-A490-49AE74B5BDF8}" type="presOf" srcId="{4AB46A69-CEE1-498D-955F-21AAE3659F1F}" destId="{CA44930D-637F-4CA5-A6F7-353F66813F51}" srcOrd="0" destOrd="0" presId="urn:microsoft.com/office/officeart/2005/8/layout/orgChart1"/>
    <dgm:cxn modelId="{FEC11619-E5AE-4080-BC5D-3BA5812809C0}" srcId="{3F13E94F-7891-48A9-99B2-E9335F3521AA}" destId="{2C07A5FC-9F19-4B8C-8B7C-0B880651B9CB}" srcOrd="0" destOrd="0" parTransId="{F915CCB6-BF4F-47C7-922C-0E80272A7945}" sibTransId="{D58A801D-285B-47BE-AE8E-804E9DEE5139}"/>
    <dgm:cxn modelId="{1BE48619-B7FF-4918-9FDE-9540546DB0EF}" srcId="{2C07A5FC-9F19-4B8C-8B7C-0B880651B9CB}" destId="{DE484EA3-908C-47ED-A0F8-B070415752DA}" srcOrd="0" destOrd="0" parTransId="{E1624986-4D2C-48F0-9C27-B40A9DF5F646}" sibTransId="{945A019E-0333-4552-926B-5480F74B2CDB}"/>
    <dgm:cxn modelId="{36158F26-65D8-4591-8488-1B46EBE10AA8}" type="presOf" srcId="{63C1ADB6-D565-407E-B40F-0C23B8CC6975}" destId="{903B0803-E29A-44FC-A7FB-51187B7CA7AC}" srcOrd="1" destOrd="0" presId="urn:microsoft.com/office/officeart/2005/8/layout/orgChart1"/>
    <dgm:cxn modelId="{3860DA2A-62D9-45A6-829A-1E0DD7011AFB}" type="presOf" srcId="{17EBA22A-0210-42FA-87A2-03A37081D96F}" destId="{DF74CA44-C0B1-4BB8-9F04-A260D78F3169}" srcOrd="0" destOrd="0" presId="urn:microsoft.com/office/officeart/2005/8/layout/orgChart1"/>
    <dgm:cxn modelId="{48EE3F33-4F64-4C02-9D2E-6741AF934BFC}" srcId="{69D47976-D2EF-4628-B4BF-71B8489E66C4}" destId="{76999758-87BB-4E19-88E8-37C465E82890}" srcOrd="2" destOrd="0" parTransId="{BE1E8FC9-82AE-412C-81A7-CEAC4254017D}" sibTransId="{C7B8B507-3982-4751-A3CB-EE27DC9423EC}"/>
    <dgm:cxn modelId="{E3B17F3A-D2D9-4463-9A89-65EE7E722836}" type="presOf" srcId="{FC0D8B13-33FB-4722-B147-6D28CF689A57}" destId="{F104F791-3467-4404-B059-741906FE54B8}" srcOrd="0" destOrd="0" presId="urn:microsoft.com/office/officeart/2005/8/layout/orgChart1"/>
    <dgm:cxn modelId="{3B39A23B-860F-4471-84BD-87B1D095C687}" type="presOf" srcId="{63C1ADB6-D565-407E-B40F-0C23B8CC6975}" destId="{257C641F-CF5B-4CD0-9591-7991A85BAA3A}" srcOrd="0" destOrd="0" presId="urn:microsoft.com/office/officeart/2005/8/layout/orgChart1"/>
    <dgm:cxn modelId="{3016BF40-2784-488D-9D24-89E53D1C5640}" type="presOf" srcId="{E1624986-4D2C-48F0-9C27-B40A9DF5F646}" destId="{18AC9833-CB7F-4C40-B9EA-F845FF60695D}" srcOrd="0" destOrd="0" presId="urn:microsoft.com/office/officeart/2005/8/layout/orgChart1"/>
    <dgm:cxn modelId="{B5928B4A-40B6-46F1-B835-1818F5870D83}" srcId="{69D47976-D2EF-4628-B4BF-71B8489E66C4}" destId="{16D4E24E-21F2-4980-924A-6750F8AB9B2E}" srcOrd="1" destOrd="0" parTransId="{4AB46A69-CEE1-498D-955F-21AAE3659F1F}" sibTransId="{9C4FE76E-F42D-4E67-81E9-0547B849CA16}"/>
    <dgm:cxn modelId="{0D1B0C6B-3C6D-45B3-BC95-1BD6B74F0CCC}" type="presOf" srcId="{76999758-87BB-4E19-88E8-37C465E82890}" destId="{742E04F4-6543-49C0-A3BB-823B0D6726AB}" srcOrd="1" destOrd="0" presId="urn:microsoft.com/office/officeart/2005/8/layout/orgChart1"/>
    <dgm:cxn modelId="{28B91B4D-504E-433D-8026-C42323D960FC}" type="presOf" srcId="{DE484EA3-908C-47ED-A0F8-B070415752DA}" destId="{12487D67-BB72-46DE-9083-E24E41625F20}" srcOrd="1" destOrd="0" presId="urn:microsoft.com/office/officeart/2005/8/layout/orgChart1"/>
    <dgm:cxn modelId="{2C65ED53-75DF-4DF5-93A1-45C84600AE05}" type="presOf" srcId="{69D47976-D2EF-4628-B4BF-71B8489E66C4}" destId="{031006A5-01DD-4EDC-9ECC-00BA9DEE55D1}" srcOrd="1" destOrd="0" presId="urn:microsoft.com/office/officeart/2005/8/layout/orgChart1"/>
    <dgm:cxn modelId="{D6478277-2923-4B1C-956E-5C235F91FCC6}" type="presOf" srcId="{16D4E24E-21F2-4980-924A-6750F8AB9B2E}" destId="{087EFD81-07AD-4BC5-9E1B-D9247A7391FB}" srcOrd="0" destOrd="0" presId="urn:microsoft.com/office/officeart/2005/8/layout/orgChart1"/>
    <dgm:cxn modelId="{5794567C-953C-406F-A687-CBDFDCDCAC61}" type="presOf" srcId="{16D4E24E-21F2-4980-924A-6750F8AB9B2E}" destId="{2802858B-7BF1-4DBE-BD7F-06AEEF3FF83B}" srcOrd="1" destOrd="0" presId="urn:microsoft.com/office/officeart/2005/8/layout/orgChart1"/>
    <dgm:cxn modelId="{E781BB7C-E9EC-4B16-8024-83BF31E5C9EC}" type="presOf" srcId="{045744A4-2BF4-4200-A1CC-834F60440C86}" destId="{9E85F1C3-5B4C-4F4E-B638-567F0DCAB3D2}" srcOrd="0" destOrd="0" presId="urn:microsoft.com/office/officeart/2005/8/layout/orgChart1"/>
    <dgm:cxn modelId="{5EC6F57F-82E7-4179-A478-06A960C75B97}" srcId="{2C07A5FC-9F19-4B8C-8B7C-0B880651B9CB}" destId="{63C1ADB6-D565-407E-B40F-0C23B8CC6975}" srcOrd="1" destOrd="0" parTransId="{045744A4-2BF4-4200-A1CC-834F60440C86}" sibTransId="{BE1F50CA-4CB1-42F4-BD7B-347FC509C439}"/>
    <dgm:cxn modelId="{5E28E281-4F3C-49E3-B318-EAC45AC9057F}" type="presOf" srcId="{76999758-87BB-4E19-88E8-37C465E82890}" destId="{A189AEF4-192A-4700-8C96-C3512E43D48B}" srcOrd="0" destOrd="0" presId="urn:microsoft.com/office/officeart/2005/8/layout/orgChart1"/>
    <dgm:cxn modelId="{16594486-0B15-4C97-88B1-03B17EC9D1BA}" type="presOf" srcId="{DE484EA3-908C-47ED-A0F8-B070415752DA}" destId="{AF01CFA1-C323-41AF-BBCF-AC70A21815EB}" srcOrd="0" destOrd="0" presId="urn:microsoft.com/office/officeart/2005/8/layout/orgChart1"/>
    <dgm:cxn modelId="{001A618E-4B18-4D32-8B85-9BADCE93F54F}" type="presOf" srcId="{69D47976-D2EF-4628-B4BF-71B8489E66C4}" destId="{4AEF1271-4168-4E33-8231-AEADE5A8EB5E}" srcOrd="0" destOrd="0" presId="urn:microsoft.com/office/officeart/2005/8/layout/orgChart1"/>
    <dgm:cxn modelId="{6F164AB9-C28C-4EE4-83C3-9FE26301B47B}" srcId="{17EBA22A-0210-42FA-87A2-03A37081D96F}" destId="{69D47976-D2EF-4628-B4BF-71B8489E66C4}" srcOrd="0" destOrd="0" parTransId="{4A53F9BB-B97A-4D9C-B1A6-05038066D75C}" sibTransId="{0EE0B79F-4E05-4AAE-887A-254BEFC0E31B}"/>
    <dgm:cxn modelId="{F2BEA9BA-0F5F-4128-A391-1CE4CF14C39B}" type="presOf" srcId="{3F13E94F-7891-48A9-99B2-E9335F3521AA}" destId="{B53B0EA0-4EE7-4481-9981-EB7F01371934}" srcOrd="1" destOrd="0" presId="urn:microsoft.com/office/officeart/2005/8/layout/orgChart1"/>
    <dgm:cxn modelId="{907C8BD5-771F-4F3A-BF1D-7B21CC4EC0A8}" type="presOf" srcId="{BE1E8FC9-82AE-412C-81A7-CEAC4254017D}" destId="{45D571E7-5EB6-446F-A588-174532EDCAA8}" srcOrd="0" destOrd="0" presId="urn:microsoft.com/office/officeart/2005/8/layout/orgChart1"/>
    <dgm:cxn modelId="{5B5751E2-BEB3-47F5-8BCE-698AE3AAE0AD}" type="presOf" srcId="{F915CCB6-BF4F-47C7-922C-0E80272A7945}" destId="{C56B3B5E-BAA2-4007-9F41-FD842A4FA9CE}" srcOrd="0" destOrd="0" presId="urn:microsoft.com/office/officeart/2005/8/layout/orgChart1"/>
    <dgm:cxn modelId="{245EC5F0-AA33-495B-9AE4-2454133857F7}" type="presOf" srcId="{2C07A5FC-9F19-4B8C-8B7C-0B880651B9CB}" destId="{1FDE63BA-F419-4718-907E-6AA68DD66F12}" srcOrd="1" destOrd="0" presId="urn:microsoft.com/office/officeart/2005/8/layout/orgChart1"/>
    <dgm:cxn modelId="{34690E31-50C4-4426-B15B-FBFF085CDD79}" type="presParOf" srcId="{DF74CA44-C0B1-4BB8-9F04-A260D78F3169}" destId="{00315572-2DFB-43CF-BD2E-3CDAB0FF2B2A}" srcOrd="0" destOrd="0" presId="urn:microsoft.com/office/officeart/2005/8/layout/orgChart1"/>
    <dgm:cxn modelId="{861B7EF7-74BA-4C49-9B0B-E5E1BF6F4108}" type="presParOf" srcId="{00315572-2DFB-43CF-BD2E-3CDAB0FF2B2A}" destId="{8FDAEB4E-1E50-4A50-B1F5-A30AB516D1B3}" srcOrd="0" destOrd="0" presId="urn:microsoft.com/office/officeart/2005/8/layout/orgChart1"/>
    <dgm:cxn modelId="{137B5A80-C5A8-4CF2-876C-D6F2C7FF927C}" type="presParOf" srcId="{8FDAEB4E-1E50-4A50-B1F5-A30AB516D1B3}" destId="{4AEF1271-4168-4E33-8231-AEADE5A8EB5E}" srcOrd="0" destOrd="0" presId="urn:microsoft.com/office/officeart/2005/8/layout/orgChart1"/>
    <dgm:cxn modelId="{D272B38F-57B5-40BB-A59F-026357854762}" type="presParOf" srcId="{8FDAEB4E-1E50-4A50-B1F5-A30AB516D1B3}" destId="{031006A5-01DD-4EDC-9ECC-00BA9DEE55D1}" srcOrd="1" destOrd="0" presId="urn:microsoft.com/office/officeart/2005/8/layout/orgChart1"/>
    <dgm:cxn modelId="{8D3A81FF-7EF5-41FC-8CAC-EAB657E3A9E6}" type="presParOf" srcId="{00315572-2DFB-43CF-BD2E-3CDAB0FF2B2A}" destId="{6FF72ECC-59E7-4FB4-A00A-8EACDC3550E1}" srcOrd="1" destOrd="0" presId="urn:microsoft.com/office/officeart/2005/8/layout/orgChart1"/>
    <dgm:cxn modelId="{0317EE60-3B1A-41D0-A19C-AA3CFAD5C97C}" type="presParOf" srcId="{6FF72ECC-59E7-4FB4-A00A-8EACDC3550E1}" destId="{F104F791-3467-4404-B059-741906FE54B8}" srcOrd="0" destOrd="0" presId="urn:microsoft.com/office/officeart/2005/8/layout/orgChart1"/>
    <dgm:cxn modelId="{F88D752B-3A76-4DEF-80C7-CE28B37428EA}" type="presParOf" srcId="{6FF72ECC-59E7-4FB4-A00A-8EACDC3550E1}" destId="{1276DE10-7C3E-45A8-B1E7-6283708A68F6}" srcOrd="1" destOrd="0" presId="urn:microsoft.com/office/officeart/2005/8/layout/orgChart1"/>
    <dgm:cxn modelId="{48450116-4038-4165-AF8A-E3D55A8484EE}" type="presParOf" srcId="{1276DE10-7C3E-45A8-B1E7-6283708A68F6}" destId="{BC4EF910-8CB2-47E9-BF09-DA027C9F3820}" srcOrd="0" destOrd="0" presId="urn:microsoft.com/office/officeart/2005/8/layout/orgChart1"/>
    <dgm:cxn modelId="{42787B0A-DACF-4DBE-B2A4-BD30545C83E2}" type="presParOf" srcId="{BC4EF910-8CB2-47E9-BF09-DA027C9F3820}" destId="{EED9986C-E1E6-402D-9B65-DB4DDB30CE30}" srcOrd="0" destOrd="0" presId="urn:microsoft.com/office/officeart/2005/8/layout/orgChart1"/>
    <dgm:cxn modelId="{D03327D8-BB67-42FE-B87A-8B82CBDEE47C}" type="presParOf" srcId="{BC4EF910-8CB2-47E9-BF09-DA027C9F3820}" destId="{B53B0EA0-4EE7-4481-9981-EB7F01371934}" srcOrd="1" destOrd="0" presId="urn:microsoft.com/office/officeart/2005/8/layout/orgChart1"/>
    <dgm:cxn modelId="{B1F95B3F-DDAC-4BEF-8543-9BA27D791392}" type="presParOf" srcId="{1276DE10-7C3E-45A8-B1E7-6283708A68F6}" destId="{65EFFE7D-F7BF-4557-9724-D8FDC5E48678}" srcOrd="1" destOrd="0" presId="urn:microsoft.com/office/officeart/2005/8/layout/orgChart1"/>
    <dgm:cxn modelId="{BFC61014-F40F-4D36-9DB4-89CF55AE146F}" type="presParOf" srcId="{65EFFE7D-F7BF-4557-9724-D8FDC5E48678}" destId="{C56B3B5E-BAA2-4007-9F41-FD842A4FA9CE}" srcOrd="0" destOrd="0" presId="urn:microsoft.com/office/officeart/2005/8/layout/orgChart1"/>
    <dgm:cxn modelId="{F94C559F-83C1-4BE9-894A-F9F466749997}" type="presParOf" srcId="{65EFFE7D-F7BF-4557-9724-D8FDC5E48678}" destId="{76555195-13BA-4F33-819C-8A9D8690D772}" srcOrd="1" destOrd="0" presId="urn:microsoft.com/office/officeart/2005/8/layout/orgChart1"/>
    <dgm:cxn modelId="{7876EDD8-F479-4F9A-9D99-1973A97E2A95}" type="presParOf" srcId="{76555195-13BA-4F33-819C-8A9D8690D772}" destId="{2C9C52B9-7509-452B-8AC9-2486F7876803}" srcOrd="0" destOrd="0" presId="urn:microsoft.com/office/officeart/2005/8/layout/orgChart1"/>
    <dgm:cxn modelId="{3DFFF8E0-9F7F-4290-AD12-DCDB3205A1DF}" type="presParOf" srcId="{2C9C52B9-7509-452B-8AC9-2486F7876803}" destId="{23140E77-9B96-472D-8481-394537611ADD}" srcOrd="0" destOrd="0" presId="urn:microsoft.com/office/officeart/2005/8/layout/orgChart1"/>
    <dgm:cxn modelId="{19739236-0052-45E9-B34F-1DA00BEF9148}" type="presParOf" srcId="{2C9C52B9-7509-452B-8AC9-2486F7876803}" destId="{1FDE63BA-F419-4718-907E-6AA68DD66F12}" srcOrd="1" destOrd="0" presId="urn:microsoft.com/office/officeart/2005/8/layout/orgChart1"/>
    <dgm:cxn modelId="{DDD76531-4D0C-4D72-AF14-80AAAFA4F329}" type="presParOf" srcId="{76555195-13BA-4F33-819C-8A9D8690D772}" destId="{E81C9458-9022-4BB0-A4E2-3DEF4230109C}" srcOrd="1" destOrd="0" presId="urn:microsoft.com/office/officeart/2005/8/layout/orgChart1"/>
    <dgm:cxn modelId="{0FFBD8E1-462A-4B60-ADD9-3FE36E1A7333}" type="presParOf" srcId="{E81C9458-9022-4BB0-A4E2-3DEF4230109C}" destId="{18AC9833-CB7F-4C40-B9EA-F845FF60695D}" srcOrd="0" destOrd="0" presId="urn:microsoft.com/office/officeart/2005/8/layout/orgChart1"/>
    <dgm:cxn modelId="{7F19C571-E1F6-44E7-A2FE-2269B36738C4}" type="presParOf" srcId="{E81C9458-9022-4BB0-A4E2-3DEF4230109C}" destId="{3E8EEB17-606B-46D5-AE2B-CF983B7DDEA6}" srcOrd="1" destOrd="0" presId="urn:microsoft.com/office/officeart/2005/8/layout/orgChart1"/>
    <dgm:cxn modelId="{57008C2C-C7FC-4873-96B2-53C010B39DA3}" type="presParOf" srcId="{3E8EEB17-606B-46D5-AE2B-CF983B7DDEA6}" destId="{1DE2CFA0-B575-4801-879C-243B1448B4A2}" srcOrd="0" destOrd="0" presId="urn:microsoft.com/office/officeart/2005/8/layout/orgChart1"/>
    <dgm:cxn modelId="{321B13F2-1A64-43AD-ADEC-E7A8F7D47DFF}" type="presParOf" srcId="{1DE2CFA0-B575-4801-879C-243B1448B4A2}" destId="{AF01CFA1-C323-41AF-BBCF-AC70A21815EB}" srcOrd="0" destOrd="0" presId="urn:microsoft.com/office/officeart/2005/8/layout/orgChart1"/>
    <dgm:cxn modelId="{0A46A281-1C06-455E-A1B6-75170C8FB458}" type="presParOf" srcId="{1DE2CFA0-B575-4801-879C-243B1448B4A2}" destId="{12487D67-BB72-46DE-9083-E24E41625F20}" srcOrd="1" destOrd="0" presId="urn:microsoft.com/office/officeart/2005/8/layout/orgChart1"/>
    <dgm:cxn modelId="{FDCEEEC1-991E-47A5-BC18-772807AC0A80}" type="presParOf" srcId="{3E8EEB17-606B-46D5-AE2B-CF983B7DDEA6}" destId="{FBC321FE-11AF-43BC-850B-1B03A45A589D}" srcOrd="1" destOrd="0" presId="urn:microsoft.com/office/officeart/2005/8/layout/orgChart1"/>
    <dgm:cxn modelId="{9CEFAC5C-7B2D-435C-882F-0DFBC2B7B5E5}" type="presParOf" srcId="{3E8EEB17-606B-46D5-AE2B-CF983B7DDEA6}" destId="{CECEA43D-4E9A-4B28-82A3-68BE2358C82F}" srcOrd="2" destOrd="0" presId="urn:microsoft.com/office/officeart/2005/8/layout/orgChart1"/>
    <dgm:cxn modelId="{C6D0AAFD-681E-4B91-ADF0-F143BF4791EF}" type="presParOf" srcId="{E81C9458-9022-4BB0-A4E2-3DEF4230109C}" destId="{9E85F1C3-5B4C-4F4E-B638-567F0DCAB3D2}" srcOrd="2" destOrd="0" presId="urn:microsoft.com/office/officeart/2005/8/layout/orgChart1"/>
    <dgm:cxn modelId="{480E166D-3EBB-48C9-8394-E43D37748829}" type="presParOf" srcId="{E81C9458-9022-4BB0-A4E2-3DEF4230109C}" destId="{628C1A93-1A0E-4446-995E-D3A6CE9370D5}" srcOrd="3" destOrd="0" presId="urn:microsoft.com/office/officeart/2005/8/layout/orgChart1"/>
    <dgm:cxn modelId="{21AA041E-EBBE-466A-8D39-5207EA88656C}" type="presParOf" srcId="{628C1A93-1A0E-4446-995E-D3A6CE9370D5}" destId="{B4759BF0-4496-457F-85E0-2433D11A80B8}" srcOrd="0" destOrd="0" presId="urn:microsoft.com/office/officeart/2005/8/layout/orgChart1"/>
    <dgm:cxn modelId="{8FDF41ED-EF7E-4C6F-85D0-A4F62BD707B0}" type="presParOf" srcId="{B4759BF0-4496-457F-85E0-2433D11A80B8}" destId="{257C641F-CF5B-4CD0-9591-7991A85BAA3A}" srcOrd="0" destOrd="0" presId="urn:microsoft.com/office/officeart/2005/8/layout/orgChart1"/>
    <dgm:cxn modelId="{0362D989-CEEE-4616-BB66-D58EF7B4DEC8}" type="presParOf" srcId="{B4759BF0-4496-457F-85E0-2433D11A80B8}" destId="{903B0803-E29A-44FC-A7FB-51187B7CA7AC}" srcOrd="1" destOrd="0" presId="urn:microsoft.com/office/officeart/2005/8/layout/orgChart1"/>
    <dgm:cxn modelId="{0125F9D5-EDF2-44B3-B90C-EA49168314FB}" type="presParOf" srcId="{628C1A93-1A0E-4446-995E-D3A6CE9370D5}" destId="{7AFE240B-696D-44A6-A3D8-8ECFD721AF00}" srcOrd="1" destOrd="0" presId="urn:microsoft.com/office/officeart/2005/8/layout/orgChart1"/>
    <dgm:cxn modelId="{6E931587-59DD-40A3-9E49-36BB6BA5D8C4}" type="presParOf" srcId="{628C1A93-1A0E-4446-995E-D3A6CE9370D5}" destId="{A17892A3-14F5-49C3-8166-3B33EA540944}" srcOrd="2" destOrd="0" presId="urn:microsoft.com/office/officeart/2005/8/layout/orgChart1"/>
    <dgm:cxn modelId="{17E561D8-FC61-4340-B661-4A34AB23D283}" type="presParOf" srcId="{76555195-13BA-4F33-819C-8A9D8690D772}" destId="{46236E0C-0F53-4B10-8230-AC747D8A27E6}" srcOrd="2" destOrd="0" presId="urn:microsoft.com/office/officeart/2005/8/layout/orgChart1"/>
    <dgm:cxn modelId="{F6FA42BB-B92C-45B1-8ADD-1D61F3D79ADE}" type="presParOf" srcId="{1276DE10-7C3E-45A8-B1E7-6283708A68F6}" destId="{B34CFD1B-1186-4B26-9C7F-09C3E7E0444F}" srcOrd="2" destOrd="0" presId="urn:microsoft.com/office/officeart/2005/8/layout/orgChart1"/>
    <dgm:cxn modelId="{B6DC5BBA-DCDC-4E14-BCE6-136304C8F194}" type="presParOf" srcId="{6FF72ECC-59E7-4FB4-A00A-8EACDC3550E1}" destId="{CA44930D-637F-4CA5-A6F7-353F66813F51}" srcOrd="2" destOrd="0" presId="urn:microsoft.com/office/officeart/2005/8/layout/orgChart1"/>
    <dgm:cxn modelId="{CC7D7B18-08F4-4ECA-8D5C-63F14234CE9B}" type="presParOf" srcId="{6FF72ECC-59E7-4FB4-A00A-8EACDC3550E1}" destId="{4FCBB6EC-912F-42F0-ADD6-93DCD4CA3BE2}" srcOrd="3" destOrd="0" presId="urn:microsoft.com/office/officeart/2005/8/layout/orgChart1"/>
    <dgm:cxn modelId="{67AE9A93-4723-48FD-9EAD-60AD5F8528A1}" type="presParOf" srcId="{4FCBB6EC-912F-42F0-ADD6-93DCD4CA3BE2}" destId="{A810D386-5E1F-4038-B8BE-46880FBBED09}" srcOrd="0" destOrd="0" presId="urn:microsoft.com/office/officeart/2005/8/layout/orgChart1"/>
    <dgm:cxn modelId="{CADF9C5C-EFF1-4FFF-B4D8-31FB521B871E}" type="presParOf" srcId="{A810D386-5E1F-4038-B8BE-46880FBBED09}" destId="{087EFD81-07AD-4BC5-9E1B-D9247A7391FB}" srcOrd="0" destOrd="0" presId="urn:microsoft.com/office/officeart/2005/8/layout/orgChart1"/>
    <dgm:cxn modelId="{E2479449-621D-4AF3-B875-FA7883AA3CA7}" type="presParOf" srcId="{A810D386-5E1F-4038-B8BE-46880FBBED09}" destId="{2802858B-7BF1-4DBE-BD7F-06AEEF3FF83B}" srcOrd="1" destOrd="0" presId="urn:microsoft.com/office/officeart/2005/8/layout/orgChart1"/>
    <dgm:cxn modelId="{0BE5104A-8A09-40D4-84C8-E52C889E2FE6}" type="presParOf" srcId="{4FCBB6EC-912F-42F0-ADD6-93DCD4CA3BE2}" destId="{5C5217D6-D362-47AA-9580-6F2BA94B95E7}" srcOrd="1" destOrd="0" presId="urn:microsoft.com/office/officeart/2005/8/layout/orgChart1"/>
    <dgm:cxn modelId="{B07212A1-8851-4A66-86DE-B62F2012C34F}" type="presParOf" srcId="{4FCBB6EC-912F-42F0-ADD6-93DCD4CA3BE2}" destId="{867DF49F-B15B-4F9C-8B45-161781147A52}" srcOrd="2" destOrd="0" presId="urn:microsoft.com/office/officeart/2005/8/layout/orgChart1"/>
    <dgm:cxn modelId="{57084E3E-CF1E-436C-A27D-209227CF95D9}" type="presParOf" srcId="{6FF72ECC-59E7-4FB4-A00A-8EACDC3550E1}" destId="{45D571E7-5EB6-446F-A588-174532EDCAA8}" srcOrd="4" destOrd="0" presId="urn:microsoft.com/office/officeart/2005/8/layout/orgChart1"/>
    <dgm:cxn modelId="{E9475763-BB64-428B-B1D7-970D00B60338}" type="presParOf" srcId="{6FF72ECC-59E7-4FB4-A00A-8EACDC3550E1}" destId="{2F8B9AA5-6ED7-4581-BC19-275029B006DD}" srcOrd="5" destOrd="0" presId="urn:microsoft.com/office/officeart/2005/8/layout/orgChart1"/>
    <dgm:cxn modelId="{8EA838D9-9861-4264-AB76-B8F249F82E89}" type="presParOf" srcId="{2F8B9AA5-6ED7-4581-BC19-275029B006DD}" destId="{00D9FD88-C6DD-4253-8965-BCF17FC71CEC}" srcOrd="0" destOrd="0" presId="urn:microsoft.com/office/officeart/2005/8/layout/orgChart1"/>
    <dgm:cxn modelId="{7F3E37F1-2445-4209-B558-920B737AB3E6}" type="presParOf" srcId="{00D9FD88-C6DD-4253-8965-BCF17FC71CEC}" destId="{A189AEF4-192A-4700-8C96-C3512E43D48B}" srcOrd="0" destOrd="0" presId="urn:microsoft.com/office/officeart/2005/8/layout/orgChart1"/>
    <dgm:cxn modelId="{D13F4D51-76FD-4DBC-B01C-EEE9E0BFAE04}" type="presParOf" srcId="{00D9FD88-C6DD-4253-8965-BCF17FC71CEC}" destId="{742E04F4-6543-49C0-A3BB-823B0D6726AB}" srcOrd="1" destOrd="0" presId="urn:microsoft.com/office/officeart/2005/8/layout/orgChart1"/>
    <dgm:cxn modelId="{770A8841-E67B-4FF5-847B-811305D05E78}" type="presParOf" srcId="{2F8B9AA5-6ED7-4581-BC19-275029B006DD}" destId="{88F527F6-6A92-4FA8-9A2D-7D69071A93B4}" srcOrd="1" destOrd="0" presId="urn:microsoft.com/office/officeart/2005/8/layout/orgChart1"/>
    <dgm:cxn modelId="{776C40AC-E8D7-4775-9CB4-E669811D3068}" type="presParOf" srcId="{2F8B9AA5-6ED7-4581-BC19-275029B006DD}" destId="{9B21CB38-C968-4C53-BE84-F17129C548A7}" srcOrd="2" destOrd="0" presId="urn:microsoft.com/office/officeart/2005/8/layout/orgChart1"/>
    <dgm:cxn modelId="{19540C9A-93C0-4DCB-9FEE-D42C792D7118}" type="presParOf" srcId="{00315572-2DFB-43CF-BD2E-3CDAB0FF2B2A}" destId="{B76396AD-B758-4C1F-AC78-C426B9B8EBC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D571E7-5EB6-446F-A588-174532EDCAA8}">
      <dsp:nvSpPr>
        <dsp:cNvPr id="0" name=""/>
        <dsp:cNvSpPr/>
      </dsp:nvSpPr>
      <dsp:spPr>
        <a:xfrm>
          <a:off x="2719717" y="571101"/>
          <a:ext cx="1377886" cy="2391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568"/>
              </a:lnTo>
              <a:lnTo>
                <a:pt x="1377886" y="119568"/>
              </a:lnTo>
              <a:lnTo>
                <a:pt x="1377886" y="239137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44930D-637F-4CA5-A6F7-353F66813F51}">
      <dsp:nvSpPr>
        <dsp:cNvPr id="0" name=""/>
        <dsp:cNvSpPr/>
      </dsp:nvSpPr>
      <dsp:spPr>
        <a:xfrm>
          <a:off x="2673997" y="571101"/>
          <a:ext cx="91440" cy="23913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9137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85F1C3-5B4C-4F4E-B638-567F0DCAB3D2}">
      <dsp:nvSpPr>
        <dsp:cNvPr id="0" name=""/>
        <dsp:cNvSpPr/>
      </dsp:nvSpPr>
      <dsp:spPr>
        <a:xfrm>
          <a:off x="1138748" y="2491436"/>
          <a:ext cx="457558" cy="560475"/>
        </a:xfrm>
        <a:custGeom>
          <a:avLst/>
          <a:gdLst/>
          <a:ahLst/>
          <a:cxnLst/>
          <a:rect l="0" t="0" r="0" b="0"/>
          <a:pathLst>
            <a:path>
              <a:moveTo>
                <a:pt x="457558" y="0"/>
              </a:moveTo>
              <a:lnTo>
                <a:pt x="457558" y="560475"/>
              </a:lnTo>
              <a:lnTo>
                <a:pt x="0" y="560475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AC9833-CB7F-4C40-B9EA-F845FF60695D}">
      <dsp:nvSpPr>
        <dsp:cNvPr id="0" name=""/>
        <dsp:cNvSpPr/>
      </dsp:nvSpPr>
      <dsp:spPr>
        <a:xfrm>
          <a:off x="1596307" y="2491436"/>
          <a:ext cx="545084" cy="5567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6728"/>
              </a:lnTo>
              <a:lnTo>
                <a:pt x="545084" y="556728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6B3B5E-BAA2-4007-9F41-FD842A4FA9CE}">
      <dsp:nvSpPr>
        <dsp:cNvPr id="0" name=""/>
        <dsp:cNvSpPr/>
      </dsp:nvSpPr>
      <dsp:spPr>
        <a:xfrm>
          <a:off x="1341831" y="1379613"/>
          <a:ext cx="709975" cy="5424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2880"/>
              </a:lnTo>
              <a:lnTo>
                <a:pt x="709975" y="422880"/>
              </a:lnTo>
              <a:lnTo>
                <a:pt x="709975" y="542448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04F791-3467-4404-B059-741906FE54B8}">
      <dsp:nvSpPr>
        <dsp:cNvPr id="0" name=""/>
        <dsp:cNvSpPr/>
      </dsp:nvSpPr>
      <dsp:spPr>
        <a:xfrm>
          <a:off x="1341831" y="571101"/>
          <a:ext cx="1377886" cy="239137"/>
        </a:xfrm>
        <a:custGeom>
          <a:avLst/>
          <a:gdLst/>
          <a:ahLst/>
          <a:cxnLst/>
          <a:rect l="0" t="0" r="0" b="0"/>
          <a:pathLst>
            <a:path>
              <a:moveTo>
                <a:pt x="1377886" y="0"/>
              </a:moveTo>
              <a:lnTo>
                <a:pt x="1377886" y="119568"/>
              </a:lnTo>
              <a:lnTo>
                <a:pt x="0" y="119568"/>
              </a:lnTo>
              <a:lnTo>
                <a:pt x="0" y="239137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EF1271-4168-4E33-8231-AEADE5A8EB5E}">
      <dsp:nvSpPr>
        <dsp:cNvPr id="0" name=""/>
        <dsp:cNvSpPr/>
      </dsp:nvSpPr>
      <dsp:spPr>
        <a:xfrm>
          <a:off x="1845704" y="1726"/>
          <a:ext cx="1748025" cy="5693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MD &amp; CEO</a:t>
          </a:r>
        </a:p>
      </dsp:txBody>
      <dsp:txXfrm>
        <a:off x="1845704" y="1726"/>
        <a:ext cx="1748025" cy="569374"/>
      </dsp:txXfrm>
    </dsp:sp>
    <dsp:sp modelId="{EED9986C-E1E6-402D-9B65-DB4DDB30CE30}">
      <dsp:nvSpPr>
        <dsp:cNvPr id="0" name=""/>
        <dsp:cNvSpPr/>
      </dsp:nvSpPr>
      <dsp:spPr>
        <a:xfrm>
          <a:off x="772456" y="810238"/>
          <a:ext cx="1138748" cy="5693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CTO</a:t>
          </a:r>
          <a:endParaRPr lang="en-US" sz="1800" b="0" kern="1200" dirty="0"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72456" y="810238"/>
        <a:ext cx="1138748" cy="569374"/>
      </dsp:txXfrm>
    </dsp:sp>
    <dsp:sp modelId="{23140E77-9B96-472D-8481-394537611ADD}">
      <dsp:nvSpPr>
        <dsp:cNvPr id="0" name=""/>
        <dsp:cNvSpPr/>
      </dsp:nvSpPr>
      <dsp:spPr>
        <a:xfrm>
          <a:off x="1482432" y="1922061"/>
          <a:ext cx="1138748" cy="56937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Team Leader</a:t>
          </a:r>
          <a:endParaRPr lang="en-US" sz="1800" b="0" kern="1200" dirty="0"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82432" y="1922061"/>
        <a:ext cx="1138748" cy="569374"/>
      </dsp:txXfrm>
    </dsp:sp>
    <dsp:sp modelId="{AF01CFA1-C323-41AF-BBCF-AC70A21815EB}">
      <dsp:nvSpPr>
        <dsp:cNvPr id="0" name=""/>
        <dsp:cNvSpPr/>
      </dsp:nvSpPr>
      <dsp:spPr>
        <a:xfrm>
          <a:off x="2141392" y="2763477"/>
          <a:ext cx="1138748" cy="56937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Employees</a:t>
          </a:r>
        </a:p>
      </dsp:txBody>
      <dsp:txXfrm>
        <a:off x="2141392" y="2763477"/>
        <a:ext cx="1138748" cy="569374"/>
      </dsp:txXfrm>
    </dsp:sp>
    <dsp:sp modelId="{257C641F-CF5B-4CD0-9591-7991A85BAA3A}">
      <dsp:nvSpPr>
        <dsp:cNvPr id="0" name=""/>
        <dsp:cNvSpPr/>
      </dsp:nvSpPr>
      <dsp:spPr>
        <a:xfrm>
          <a:off x="0" y="2767224"/>
          <a:ext cx="1138748" cy="56937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Interns</a:t>
          </a:r>
          <a:endParaRPr lang="en-US" sz="1800" b="0" kern="1200" dirty="0"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767224"/>
        <a:ext cx="1138748" cy="569374"/>
      </dsp:txXfrm>
    </dsp:sp>
    <dsp:sp modelId="{087EFD81-07AD-4BC5-9E1B-D9247A7391FB}">
      <dsp:nvSpPr>
        <dsp:cNvPr id="0" name=""/>
        <dsp:cNvSpPr/>
      </dsp:nvSpPr>
      <dsp:spPr>
        <a:xfrm>
          <a:off x="2150343" y="810238"/>
          <a:ext cx="1138748" cy="5693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COO</a:t>
          </a:r>
          <a:endParaRPr lang="en-US" sz="1800" b="0" kern="1200" dirty="0"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50343" y="810238"/>
        <a:ext cx="1138748" cy="569374"/>
      </dsp:txXfrm>
    </dsp:sp>
    <dsp:sp modelId="{A189AEF4-192A-4700-8C96-C3512E43D48B}">
      <dsp:nvSpPr>
        <dsp:cNvPr id="0" name=""/>
        <dsp:cNvSpPr/>
      </dsp:nvSpPr>
      <dsp:spPr>
        <a:xfrm>
          <a:off x="3528229" y="810238"/>
          <a:ext cx="1138748" cy="5693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CBO</a:t>
          </a:r>
          <a:endParaRPr lang="en-US" sz="1800" b="0" kern="1200" dirty="0"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28229" y="810238"/>
        <a:ext cx="1138748" cy="5693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01-May-25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8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009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1671" y="2113635"/>
            <a:ext cx="7940660" cy="1985164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1670" y="1502815"/>
            <a:ext cx="7940660" cy="76352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rgbClr val="00B0F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01-May-25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128470"/>
            <a:ext cx="7940659" cy="91623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70" y="1197406"/>
            <a:ext cx="7940660" cy="3664920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01-May-25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1425" y="281175"/>
            <a:ext cx="6413610" cy="916229"/>
          </a:xfrm>
          <a:noFill/>
        </p:spPr>
        <p:txBody>
          <a:bodyPr>
            <a:normAutofit/>
          </a:bodyPr>
          <a:lstStyle>
            <a:lvl1pPr algn="l">
              <a:defRPr sz="360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1425" y="1197405"/>
            <a:ext cx="6413610" cy="3511061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01-May-25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01-May-25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01-May-25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128470"/>
            <a:ext cx="8246070" cy="91623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7" y="1655520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7" y="2127916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655520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27916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01-May-25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01-May-25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01-May-25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01-May-25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01-May-25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01-May-25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01-May-25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164" y="2769394"/>
            <a:ext cx="1463675" cy="392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01-May-25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contact@eyesec.i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vidyadheeshp@gmail.com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FAB6C2-F7A9-9DDB-FA33-A641193D7D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30" y="0"/>
            <a:ext cx="8236920" cy="5143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821930-9932-C688-4756-9F42236178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695035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0D72A6-B310-1017-F195-27E3E021CEF9}"/>
              </a:ext>
            </a:extLst>
          </p:cNvPr>
          <p:cNvSpPr txBox="1"/>
          <p:nvPr/>
        </p:nvSpPr>
        <p:spPr>
          <a:xfrm>
            <a:off x="2938304" y="281094"/>
            <a:ext cx="6205696" cy="1200329"/>
          </a:xfrm>
          <a:prstGeom prst="rect">
            <a:avLst/>
          </a:prstGeom>
          <a:noFill/>
          <a:effectLst>
            <a:reflection blurRad="457200" stA="24000" endPos="65000" dist="50800" dir="5400000" sy="-100000" algn="bl" rotWithShape="0"/>
          </a:effectLst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Eyesec Cyber Security </a:t>
            </a:r>
          </a:p>
          <a:p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	private limited, Belagavi</a:t>
            </a:r>
            <a:endParaRPr lang="en-US" sz="3600" b="1" dirty="0">
              <a:solidFill>
                <a:srgbClr val="FFFF00"/>
              </a:solidFill>
              <a:latin typeface="Gabriola" panose="04040605051002020D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837A1-0C23-2D72-BD12-B7B2A10FCDF8}"/>
              </a:ext>
            </a:extLst>
          </p:cNvPr>
          <p:cNvSpPr txBox="1"/>
          <p:nvPr/>
        </p:nvSpPr>
        <p:spPr>
          <a:xfrm>
            <a:off x="3974692" y="2726290"/>
            <a:ext cx="42530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cap="none" dirty="0">
                <a:solidFill>
                  <a:schemeClr val="bg2"/>
                </a:solidFill>
                <a:latin typeface="+mj-lt"/>
              </a:rPr>
              <a:t>Registered office: </a:t>
            </a:r>
          </a:p>
          <a:p>
            <a:endParaRPr lang="en-US" sz="1800" b="1" cap="none" dirty="0">
              <a:solidFill>
                <a:schemeClr val="bg2"/>
              </a:solidFill>
              <a:latin typeface="+mj-lt"/>
            </a:endParaRPr>
          </a:p>
          <a:p>
            <a:r>
              <a:rPr lang="en-US" sz="1800" b="1" cap="none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1st Floor, Sairaj Landmark, Savarkar Road, Tilakawadi  590006, Belagavi</a:t>
            </a:r>
          </a:p>
          <a:p>
            <a:r>
              <a:rPr lang="en-US" sz="1800" b="1" cap="none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https://www.eyesec.in</a:t>
            </a:r>
          </a:p>
          <a:p>
            <a:r>
              <a:rPr lang="en-US" sz="1800" b="1" cap="none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+91-9008450948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587234-1162-4FCD-9B4E-4ABAE40DD2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09916" y="158027"/>
            <a:ext cx="1332813" cy="1350110"/>
          </a:xfrm>
          <a:prstGeom prst="rect">
            <a:avLst/>
          </a:prstGeom>
          <a:ln>
            <a:noFill/>
          </a:ln>
          <a:effectLst>
            <a:reflection blurRad="330200" stA="44000" endPos="40000" dir="5400000" sy="-100000" algn="bl" rotWithShape="0"/>
          </a:effectLst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5F8C7FC9-C37C-CAA2-23CD-4FD802CEEF3C}"/>
              </a:ext>
            </a:extLst>
          </p:cNvPr>
          <p:cNvSpPr/>
          <p:nvPr/>
        </p:nvSpPr>
        <p:spPr>
          <a:xfrm rot="1329090">
            <a:off x="6824637" y="3208388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677EE063-FD3C-BF04-E9B5-C80BFC92564E}"/>
              </a:ext>
            </a:extLst>
          </p:cNvPr>
          <p:cNvSpPr/>
          <p:nvPr/>
        </p:nvSpPr>
        <p:spPr>
          <a:xfrm>
            <a:off x="7473395" y="1044700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546748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19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Notched Right 1">
            <a:extLst>
              <a:ext uri="{FF2B5EF4-FFF2-40B4-BE49-F238E27FC236}">
                <a16:creationId xmlns:a16="http://schemas.microsoft.com/office/drawing/2014/main" id="{7C63E679-36F7-C6DD-3213-A530D48FDCB3}"/>
              </a:ext>
            </a:extLst>
          </p:cNvPr>
          <p:cNvSpPr/>
          <p:nvPr/>
        </p:nvSpPr>
        <p:spPr>
          <a:xfrm>
            <a:off x="1823310" y="433880"/>
            <a:ext cx="370318" cy="305106"/>
          </a:xfrm>
          <a:prstGeom prst="notched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57C0B9-0D7B-DF86-D261-657936EC1045}"/>
              </a:ext>
            </a:extLst>
          </p:cNvPr>
          <p:cNvSpPr txBox="1"/>
          <p:nvPr/>
        </p:nvSpPr>
        <p:spPr>
          <a:xfrm>
            <a:off x="2854156" y="1165467"/>
            <a:ext cx="5940911" cy="2812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E39A39"/>
              </a:buClr>
              <a:buFont typeface="Times New Roman" panose="02020603050405020304" pitchFamily="18" charset="0"/>
              <a:buChar char="⁜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Overview of the Organization</a:t>
            </a:r>
          </a:p>
          <a:p>
            <a:pPr marL="342900" indent="-342900">
              <a:lnSpc>
                <a:spcPct val="150000"/>
              </a:lnSpc>
              <a:buClr>
                <a:srgbClr val="E39A39"/>
              </a:buClr>
              <a:buFont typeface="Times New Roman" panose="02020603050405020304" pitchFamily="18" charset="0"/>
              <a:buChar char="⁜"/>
            </a:pPr>
            <a:r>
              <a:rPr lang="en-US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Vision and mission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rgbClr val="E39A39"/>
              </a:buClr>
              <a:buFont typeface="Times New Roman" panose="02020603050405020304" pitchFamily="18" charset="0"/>
              <a:buChar char="⁜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Organization Structure</a:t>
            </a:r>
          </a:p>
          <a:p>
            <a:pPr marL="342900" indent="-342900">
              <a:lnSpc>
                <a:spcPct val="150000"/>
              </a:lnSpc>
              <a:buClr>
                <a:srgbClr val="E39A39"/>
              </a:buClr>
              <a:buFont typeface="Times New Roman" panose="02020603050405020304" pitchFamily="18" charset="0"/>
              <a:buChar char="⁜"/>
            </a:pPr>
            <a:r>
              <a:rPr lang="en-US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Roles and responsibilities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rgbClr val="E39A39"/>
              </a:buClr>
              <a:buFont typeface="Times New Roman" panose="02020603050405020304" pitchFamily="18" charset="0"/>
              <a:buChar char="⁜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Products and market performance</a:t>
            </a:r>
          </a:p>
          <a:p>
            <a:pPr marL="342900" indent="-342900">
              <a:lnSpc>
                <a:spcPct val="150000"/>
              </a:lnSpc>
              <a:buClr>
                <a:srgbClr val="E39A39"/>
              </a:buClr>
              <a:buFont typeface="Times New Roman" panose="02020603050405020304" pitchFamily="18" charset="0"/>
              <a:buChar char="⁜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Web penetration tester (OJT-1)</a:t>
            </a:r>
          </a:p>
          <a:p>
            <a:pPr marL="342900" indent="-342900">
              <a:lnSpc>
                <a:spcPct val="150000"/>
              </a:lnSpc>
              <a:buClr>
                <a:srgbClr val="E39A39"/>
              </a:buClr>
              <a:buFont typeface="Times New Roman" panose="02020603050405020304" pitchFamily="18" charset="0"/>
              <a:buChar char="⁜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Cyber security Engineer (OJT-2)</a:t>
            </a:r>
          </a:p>
        </p:txBody>
      </p:sp>
      <p:sp>
        <p:nvSpPr>
          <p:cNvPr id="39" name="Title 38">
            <a:extLst>
              <a:ext uri="{FF2B5EF4-FFF2-40B4-BE49-F238E27FC236}">
                <a16:creationId xmlns:a16="http://schemas.microsoft.com/office/drawing/2014/main" id="{BF0B0EEA-08BA-60A4-3D6B-CAE910888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529" y="163824"/>
            <a:ext cx="2290575" cy="766508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 : 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A448D59-9843-A0CB-92C6-7638D392FF8C}"/>
              </a:ext>
            </a:extLst>
          </p:cNvPr>
          <p:cNvSpPr/>
          <p:nvPr/>
        </p:nvSpPr>
        <p:spPr>
          <a:xfrm rot="1329090">
            <a:off x="6824637" y="3208388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A9040225-CD4E-4408-9A5F-7C2104889DFD}"/>
              </a:ext>
            </a:extLst>
          </p:cNvPr>
          <p:cNvSpPr/>
          <p:nvPr/>
        </p:nvSpPr>
        <p:spPr>
          <a:xfrm>
            <a:off x="7473395" y="1044700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grpSp>
        <p:nvGrpSpPr>
          <p:cNvPr id="11" name="Google Shape;145;p13">
            <a:extLst>
              <a:ext uri="{FF2B5EF4-FFF2-40B4-BE49-F238E27FC236}">
                <a16:creationId xmlns:a16="http://schemas.microsoft.com/office/drawing/2014/main" id="{D058FEC2-4046-0914-DF95-CD738142EEBE}"/>
              </a:ext>
            </a:extLst>
          </p:cNvPr>
          <p:cNvGrpSpPr/>
          <p:nvPr/>
        </p:nvGrpSpPr>
        <p:grpSpPr>
          <a:xfrm>
            <a:off x="7473395" y="4556914"/>
            <a:ext cx="1322288" cy="488347"/>
            <a:chOff x="0" y="-156767"/>
            <a:chExt cx="2965875" cy="1494515"/>
          </a:xfrm>
        </p:grpSpPr>
        <p:grpSp>
          <p:nvGrpSpPr>
            <p:cNvPr id="12" name="Google Shape;146;p13">
              <a:extLst>
                <a:ext uri="{FF2B5EF4-FFF2-40B4-BE49-F238E27FC236}">
                  <a16:creationId xmlns:a16="http://schemas.microsoft.com/office/drawing/2014/main" id="{0E1C9A0E-15C1-A6D1-9286-07393AB5238D}"/>
                </a:ext>
              </a:extLst>
            </p:cNvPr>
            <p:cNvGrpSpPr/>
            <p:nvPr/>
          </p:nvGrpSpPr>
          <p:grpSpPr>
            <a:xfrm>
              <a:off x="2170400" y="-156767"/>
              <a:ext cx="795475" cy="1494515"/>
              <a:chOff x="0" y="-47625"/>
              <a:chExt cx="241661" cy="454025"/>
            </a:xfrm>
          </p:grpSpPr>
          <p:sp>
            <p:nvSpPr>
              <p:cNvPr id="19" name="Google Shape;147;p13">
                <a:extLst>
                  <a:ext uri="{FF2B5EF4-FFF2-40B4-BE49-F238E27FC236}">
                    <a16:creationId xmlns:a16="http://schemas.microsoft.com/office/drawing/2014/main" id="{A4656970-2534-7CDF-442F-C007BCF0756A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20" name="Google Shape;148;p13">
                <a:extLst>
                  <a:ext uri="{FF2B5EF4-FFF2-40B4-BE49-F238E27FC236}">
                    <a16:creationId xmlns:a16="http://schemas.microsoft.com/office/drawing/2014/main" id="{EF651CF1-BA77-1725-4201-922CBAF8B25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  <p:grpSp>
          <p:nvGrpSpPr>
            <p:cNvPr id="13" name="Google Shape;149;p13">
              <a:extLst>
                <a:ext uri="{FF2B5EF4-FFF2-40B4-BE49-F238E27FC236}">
                  <a16:creationId xmlns:a16="http://schemas.microsoft.com/office/drawing/2014/main" id="{F5B5A820-75D0-5AA0-36AB-85CABFE85810}"/>
                </a:ext>
              </a:extLst>
            </p:cNvPr>
            <p:cNvGrpSpPr/>
            <p:nvPr/>
          </p:nvGrpSpPr>
          <p:grpSpPr>
            <a:xfrm>
              <a:off x="1085200" y="-156767"/>
              <a:ext cx="795475" cy="1494515"/>
              <a:chOff x="0" y="-47625"/>
              <a:chExt cx="241661" cy="454025"/>
            </a:xfrm>
          </p:grpSpPr>
          <p:sp>
            <p:nvSpPr>
              <p:cNvPr id="17" name="Google Shape;150;p13">
                <a:extLst>
                  <a:ext uri="{FF2B5EF4-FFF2-40B4-BE49-F238E27FC236}">
                    <a16:creationId xmlns:a16="http://schemas.microsoft.com/office/drawing/2014/main" id="{A232CAD7-7310-9D1E-C1B6-5CFF9919C170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18" name="Google Shape;151;p13">
                <a:extLst>
                  <a:ext uri="{FF2B5EF4-FFF2-40B4-BE49-F238E27FC236}">
                    <a16:creationId xmlns:a16="http://schemas.microsoft.com/office/drawing/2014/main" id="{19F7EEC2-6BB7-6204-E2EA-195BDAE6214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  <p:grpSp>
          <p:nvGrpSpPr>
            <p:cNvPr id="14" name="Google Shape;152;p13">
              <a:extLst>
                <a:ext uri="{FF2B5EF4-FFF2-40B4-BE49-F238E27FC236}">
                  <a16:creationId xmlns:a16="http://schemas.microsoft.com/office/drawing/2014/main" id="{6FABD8EA-1A0F-A939-DB11-18FD49EFBD60}"/>
                </a:ext>
              </a:extLst>
            </p:cNvPr>
            <p:cNvGrpSpPr/>
            <p:nvPr/>
          </p:nvGrpSpPr>
          <p:grpSpPr>
            <a:xfrm>
              <a:off x="0" y="-156767"/>
              <a:ext cx="795475" cy="1494515"/>
              <a:chOff x="0" y="-47625"/>
              <a:chExt cx="241661" cy="454025"/>
            </a:xfrm>
          </p:grpSpPr>
          <p:sp>
            <p:nvSpPr>
              <p:cNvPr id="15" name="Google Shape;153;p13">
                <a:extLst>
                  <a:ext uri="{FF2B5EF4-FFF2-40B4-BE49-F238E27FC236}">
                    <a16:creationId xmlns:a16="http://schemas.microsoft.com/office/drawing/2014/main" id="{C14CEE6D-7509-2318-4552-DAEB859EFC94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16" name="Google Shape;154;p13">
                <a:extLst>
                  <a:ext uri="{FF2B5EF4-FFF2-40B4-BE49-F238E27FC236}">
                    <a16:creationId xmlns:a16="http://schemas.microsoft.com/office/drawing/2014/main" id="{568A92A2-36AC-DA20-C518-2317EA34BD4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</p:grp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9E48C7F-0666-40A8-DAD9-998282A9FD12}"/>
              </a:ext>
            </a:extLst>
          </p:cNvPr>
          <p:cNvSpPr/>
          <p:nvPr/>
        </p:nvSpPr>
        <p:spPr>
          <a:xfrm rot="1329090">
            <a:off x="6938603" y="-3346233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 invX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80C88B9F-8B62-7D6B-BA46-9A7FDF483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522602" y="-1542134"/>
            <a:ext cx="4098798" cy="9144001"/>
          </a:xfrm>
          <a:prstGeom prst="rect">
            <a:avLst/>
          </a:prstGeom>
        </p:spPr>
      </p:pic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312BFECF-1F0C-34D0-EAC8-D0F4CE65E7EB}"/>
              </a:ext>
            </a:extLst>
          </p:cNvPr>
          <p:cNvSpPr/>
          <p:nvPr/>
        </p:nvSpPr>
        <p:spPr>
          <a:xfrm rot="1329090">
            <a:off x="6824637" y="3208388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FE3104C-E45B-1E24-A44F-F7A78C586659}"/>
              </a:ext>
            </a:extLst>
          </p:cNvPr>
          <p:cNvSpPr/>
          <p:nvPr/>
        </p:nvSpPr>
        <p:spPr>
          <a:xfrm>
            <a:off x="7473395" y="1044700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78DCBD-F751-D826-A2CD-E61413E1A6CC}"/>
              </a:ext>
            </a:extLst>
          </p:cNvPr>
          <p:cNvSpPr txBox="1"/>
          <p:nvPr/>
        </p:nvSpPr>
        <p:spPr>
          <a:xfrm>
            <a:off x="4113885" y="214017"/>
            <a:ext cx="58027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 of  Organization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8DB540-C9E4-5EE5-31AA-2ACE4784C618}"/>
              </a:ext>
            </a:extLst>
          </p:cNvPr>
          <p:cNvSpPr txBox="1"/>
          <p:nvPr/>
        </p:nvSpPr>
        <p:spPr>
          <a:xfrm>
            <a:off x="131948" y="982300"/>
            <a:ext cx="8880104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0" dirty="0">
                <a:solidFill>
                  <a:srgbClr val="FE9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600" b="0" u="sng" dirty="0">
                <a:solidFill>
                  <a:srgbClr val="FE9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Awareness</a:t>
            </a:r>
            <a:r>
              <a:rPr lang="en-US" sz="1600" b="0" dirty="0">
                <a:solidFill>
                  <a:srgbClr val="FE9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1600" b="0" dirty="0">
              <a:solidFill>
                <a:srgbClr val="FE920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br>
              <a:rPr lang="en-US" sz="16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🗯</a:t>
            </a:r>
            <a:r>
              <a:rPr lang="en-US" sz="16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5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help students become future-ready by promoting continuous learning and collaboration.</a:t>
            </a:r>
          </a:p>
          <a:p>
            <a:pPr algn="just"/>
            <a:br>
              <a:rPr lang="en-US" sz="15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🗯</a:t>
            </a:r>
            <a:r>
              <a:rPr lang="en-US" sz="14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Conducted 100+ </a:t>
            </a:r>
            <a:r>
              <a:rPr lang="en-US" sz="15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15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office + online ) workshops, talks, and training programs at international </a:t>
            </a:r>
            <a:r>
              <a:rPr lang="en-US" sz="15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5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conferences like PyCon India, SciPy India, EuroPython, and many more.</a:t>
            </a:r>
          </a:p>
          <a:p>
            <a:pPr algn="just"/>
            <a:br>
              <a:rPr lang="en-US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0" dirty="0">
                <a:solidFill>
                  <a:srgbClr val="FE9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600" b="0" u="sng" dirty="0">
                <a:solidFill>
                  <a:srgbClr val="FE92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Technology Training Programs </a:t>
            </a:r>
            <a:r>
              <a:rPr lang="en-US" sz="1600" b="0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pPr algn="just"/>
            <a:br>
              <a:rPr lang="en-US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🗯</a:t>
            </a:r>
            <a:r>
              <a:rPr lang="en-US" sz="18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Covering niche technologies identified by NASSCOM, including  :</a:t>
            </a:r>
          </a:p>
          <a:p>
            <a:pPr marL="742950" lvl="1" indent="-285750" algn="just"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</a:t>
            </a:r>
          </a:p>
          <a:p>
            <a:pPr marL="742950" lvl="1" indent="-285750" algn="just"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Science</a:t>
            </a:r>
            <a:endParaRPr lang="en-US" sz="1400" dirty="0">
              <a:solidFill>
                <a:srgbClr val="CCCC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 Development</a:t>
            </a:r>
          </a:p>
          <a:p>
            <a:pPr marL="742950" lvl="1" indent="-285750" algn="just"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AI/ML</a:t>
            </a:r>
            <a:endParaRPr lang="en-US" sz="1400" dirty="0">
              <a:solidFill>
                <a:srgbClr val="CCCC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NLP</a:t>
            </a:r>
            <a:r>
              <a:rPr lang="en-US" sz="14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</a:t>
            </a:r>
            <a:r>
              <a:rPr lang="en-US" sz="14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RPA</a:t>
            </a:r>
          </a:p>
          <a:p>
            <a:pPr marL="742950" lvl="1" indent="-285750" algn="just"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 Web Frameworks</a:t>
            </a:r>
            <a:r>
              <a:rPr lang="en-US" sz="11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b="0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1" name="Google Shape;145;p13">
            <a:extLst>
              <a:ext uri="{FF2B5EF4-FFF2-40B4-BE49-F238E27FC236}">
                <a16:creationId xmlns:a16="http://schemas.microsoft.com/office/drawing/2014/main" id="{4889C457-8EA4-9A4A-9B9B-769E108E4024}"/>
              </a:ext>
            </a:extLst>
          </p:cNvPr>
          <p:cNvGrpSpPr/>
          <p:nvPr/>
        </p:nvGrpSpPr>
        <p:grpSpPr>
          <a:xfrm>
            <a:off x="7473395" y="4556914"/>
            <a:ext cx="1322288" cy="488347"/>
            <a:chOff x="0" y="-156767"/>
            <a:chExt cx="2965875" cy="1494515"/>
          </a:xfrm>
        </p:grpSpPr>
        <p:grpSp>
          <p:nvGrpSpPr>
            <p:cNvPr id="42" name="Google Shape;146;p13">
              <a:extLst>
                <a:ext uri="{FF2B5EF4-FFF2-40B4-BE49-F238E27FC236}">
                  <a16:creationId xmlns:a16="http://schemas.microsoft.com/office/drawing/2014/main" id="{C0419432-A0A2-D7C3-8F7D-57480ECC4E15}"/>
                </a:ext>
              </a:extLst>
            </p:cNvPr>
            <p:cNvGrpSpPr/>
            <p:nvPr/>
          </p:nvGrpSpPr>
          <p:grpSpPr>
            <a:xfrm>
              <a:off x="2170400" y="-156767"/>
              <a:ext cx="795475" cy="1494515"/>
              <a:chOff x="0" y="-47625"/>
              <a:chExt cx="241661" cy="454025"/>
            </a:xfrm>
          </p:grpSpPr>
          <p:sp>
            <p:nvSpPr>
              <p:cNvPr id="49" name="Google Shape;147;p13">
                <a:extLst>
                  <a:ext uri="{FF2B5EF4-FFF2-40B4-BE49-F238E27FC236}">
                    <a16:creationId xmlns:a16="http://schemas.microsoft.com/office/drawing/2014/main" id="{F7AE9391-BEB1-166D-1BCB-49CA8003EB64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50" name="Google Shape;148;p13">
                <a:extLst>
                  <a:ext uri="{FF2B5EF4-FFF2-40B4-BE49-F238E27FC236}">
                    <a16:creationId xmlns:a16="http://schemas.microsoft.com/office/drawing/2014/main" id="{B3E1E1A6-EBBC-9E16-88DB-43F9F254A5D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" name="Google Shape;149;p13">
              <a:extLst>
                <a:ext uri="{FF2B5EF4-FFF2-40B4-BE49-F238E27FC236}">
                  <a16:creationId xmlns:a16="http://schemas.microsoft.com/office/drawing/2014/main" id="{4CD51AFA-D38E-2822-A7E5-84F726D8E567}"/>
                </a:ext>
              </a:extLst>
            </p:cNvPr>
            <p:cNvGrpSpPr/>
            <p:nvPr/>
          </p:nvGrpSpPr>
          <p:grpSpPr>
            <a:xfrm>
              <a:off x="1085200" y="-156767"/>
              <a:ext cx="795475" cy="1494515"/>
              <a:chOff x="0" y="-47625"/>
              <a:chExt cx="241661" cy="454025"/>
            </a:xfrm>
          </p:grpSpPr>
          <p:sp>
            <p:nvSpPr>
              <p:cNvPr id="47" name="Google Shape;150;p13">
                <a:extLst>
                  <a:ext uri="{FF2B5EF4-FFF2-40B4-BE49-F238E27FC236}">
                    <a16:creationId xmlns:a16="http://schemas.microsoft.com/office/drawing/2014/main" id="{DAE0BD71-26DC-B559-BB1F-3AAD699EC645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48" name="Google Shape;151;p13">
                <a:extLst>
                  <a:ext uri="{FF2B5EF4-FFF2-40B4-BE49-F238E27FC236}">
                    <a16:creationId xmlns:a16="http://schemas.microsoft.com/office/drawing/2014/main" id="{B37A04F8-C082-E756-BA69-E85BD1F92C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" name="Google Shape;152;p13">
              <a:extLst>
                <a:ext uri="{FF2B5EF4-FFF2-40B4-BE49-F238E27FC236}">
                  <a16:creationId xmlns:a16="http://schemas.microsoft.com/office/drawing/2014/main" id="{FF1367CF-F9CA-EDE5-20A2-F786860F38D9}"/>
                </a:ext>
              </a:extLst>
            </p:cNvPr>
            <p:cNvGrpSpPr/>
            <p:nvPr/>
          </p:nvGrpSpPr>
          <p:grpSpPr>
            <a:xfrm>
              <a:off x="0" y="-156767"/>
              <a:ext cx="795475" cy="1494515"/>
              <a:chOff x="0" y="-47625"/>
              <a:chExt cx="241661" cy="454025"/>
            </a:xfrm>
          </p:grpSpPr>
          <p:sp>
            <p:nvSpPr>
              <p:cNvPr id="45" name="Google Shape;153;p13">
                <a:extLst>
                  <a:ext uri="{FF2B5EF4-FFF2-40B4-BE49-F238E27FC236}">
                    <a16:creationId xmlns:a16="http://schemas.microsoft.com/office/drawing/2014/main" id="{148828EC-11FC-3AF7-3DC4-5BAD5D0E5F94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46" name="Google Shape;154;p13">
                <a:extLst>
                  <a:ext uri="{FF2B5EF4-FFF2-40B4-BE49-F238E27FC236}">
                    <a16:creationId xmlns:a16="http://schemas.microsoft.com/office/drawing/2014/main" id="{F57EF31D-AE2A-7764-ACC5-20B567AB5B3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739650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 invX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80C88B9F-8B62-7D6B-BA46-9A7FDF483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522602" y="-1542134"/>
            <a:ext cx="4098798" cy="9144001"/>
          </a:xfrm>
          <a:prstGeom prst="rect">
            <a:avLst/>
          </a:prstGeom>
        </p:spPr>
      </p:pic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312BFECF-1F0C-34D0-EAC8-D0F4CE65E7EB}"/>
              </a:ext>
            </a:extLst>
          </p:cNvPr>
          <p:cNvSpPr/>
          <p:nvPr/>
        </p:nvSpPr>
        <p:spPr>
          <a:xfrm rot="1329090">
            <a:off x="6824637" y="3208388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FE3104C-E45B-1E24-A44F-F7A78C586659}"/>
              </a:ext>
            </a:extLst>
          </p:cNvPr>
          <p:cNvSpPr/>
          <p:nvPr/>
        </p:nvSpPr>
        <p:spPr>
          <a:xfrm>
            <a:off x="7473395" y="1044700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78DCBD-F751-D826-A2CD-E61413E1A6CC}"/>
              </a:ext>
            </a:extLst>
          </p:cNvPr>
          <p:cNvSpPr txBox="1"/>
          <p:nvPr/>
        </p:nvSpPr>
        <p:spPr>
          <a:xfrm>
            <a:off x="4513592" y="251350"/>
            <a:ext cx="54283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Vision  </a:t>
            </a:r>
            <a:r>
              <a:rPr 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Mission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96DD30-C73F-6E3D-3CB6-83B8D95FD380}"/>
              </a:ext>
            </a:extLst>
          </p:cNvPr>
          <p:cNvSpPr txBox="1"/>
          <p:nvPr/>
        </p:nvSpPr>
        <p:spPr>
          <a:xfrm>
            <a:off x="348317" y="1738087"/>
            <a:ext cx="357915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eaLnBrk="1" latinLnBrk="0" hangingPunct="1">
              <a:spcBef>
                <a:spcPts val="0"/>
              </a:spcBef>
              <a:spcAft>
                <a:spcPts val="0"/>
              </a:spcAft>
              <a:buClrTx/>
              <a:buSzPts val="2400"/>
            </a:pPr>
            <a:r>
              <a:rPr lang="en-US" sz="1400" kern="1200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400" u="sng" kern="1200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Ensuring Cyber Security for All</a:t>
            </a:r>
            <a:r>
              <a:rPr lang="en-US" sz="1400" kern="1200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kern="1200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endParaRPr lang="en-US" sz="1400" dirty="0">
              <a:solidFill>
                <a:srgbClr val="FE920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400" b="0" kern="1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400" b="0" kern="1200" dirty="0">
                <a:solidFill>
                  <a:srgbClr val="CCCCCC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🗯</a:t>
            </a:r>
            <a:r>
              <a:rPr lang="en-US" sz="1400" b="0" kern="1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Eyesec aims to create a safe and secure digital environment for businesses and individuals by providing 	24/7 cybersecurity services.</a:t>
            </a:r>
            <a:endParaRPr lang="en-US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 rtl="0" eaLnBrk="1" latinLnBrk="0" hangingPunct="1">
              <a:spcBef>
                <a:spcPts val="0"/>
              </a:spcBef>
              <a:spcAft>
                <a:spcPts val="0"/>
              </a:spcAft>
            </a:pPr>
            <a:endParaRPr lang="en-US" sz="1400" b="0" kern="120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400" b="0" kern="1200" dirty="0">
                <a:solidFill>
                  <a:srgbClr val="FE92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400" u="sng" kern="1200" dirty="0">
                <a:solidFill>
                  <a:srgbClr val="FE9202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Encouraging Knowledge Sharing</a:t>
            </a:r>
            <a:r>
              <a:rPr lang="en-US" sz="1400" kern="1200" dirty="0">
                <a:solidFill>
                  <a:srgbClr val="FE9202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kern="1200" dirty="0">
                <a:solidFill>
                  <a:srgbClr val="FE92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</a:p>
          <a:p>
            <a:pPr marL="0" algn="just" rtl="0" eaLnBrk="1" latinLnBrk="0" hangingPunct="1">
              <a:spcBef>
                <a:spcPts val="0"/>
              </a:spcBef>
              <a:spcAft>
                <a:spcPts val="0"/>
              </a:spcAf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400" b="0" kern="1200" dirty="0">
                <a:solidFill>
                  <a:srgbClr val="CCCCCC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🗯</a:t>
            </a:r>
            <a:r>
              <a:rPr lang="en-US" sz="1400" b="0" kern="1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Our vision includes creating opportunities for professionals to learn, share knowledge, and interact with top industry experts.</a:t>
            </a:r>
            <a:endParaRPr lang="en-US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97B7B1-CB1A-9494-40A2-C8A1EF8B7C2A}"/>
              </a:ext>
            </a:extLst>
          </p:cNvPr>
          <p:cNvSpPr txBox="1"/>
          <p:nvPr/>
        </p:nvSpPr>
        <p:spPr>
          <a:xfrm>
            <a:off x="448965" y="1070525"/>
            <a:ext cx="5450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Vision - </a:t>
            </a:r>
            <a:endParaRPr lang="en-US" b="1" dirty="0">
              <a:solidFill>
                <a:schemeClr val="accent2"/>
              </a:solidFill>
            </a:endParaRPr>
          </a:p>
        </p:txBody>
      </p:sp>
      <p:grpSp>
        <p:nvGrpSpPr>
          <p:cNvPr id="41" name="Google Shape;145;p13">
            <a:extLst>
              <a:ext uri="{FF2B5EF4-FFF2-40B4-BE49-F238E27FC236}">
                <a16:creationId xmlns:a16="http://schemas.microsoft.com/office/drawing/2014/main" id="{4889C457-8EA4-9A4A-9B9B-769E108E4024}"/>
              </a:ext>
            </a:extLst>
          </p:cNvPr>
          <p:cNvGrpSpPr/>
          <p:nvPr/>
        </p:nvGrpSpPr>
        <p:grpSpPr>
          <a:xfrm>
            <a:off x="7473395" y="4556914"/>
            <a:ext cx="1322288" cy="488347"/>
            <a:chOff x="0" y="-156767"/>
            <a:chExt cx="2965875" cy="1494515"/>
          </a:xfrm>
        </p:grpSpPr>
        <p:grpSp>
          <p:nvGrpSpPr>
            <p:cNvPr id="42" name="Google Shape;146;p13">
              <a:extLst>
                <a:ext uri="{FF2B5EF4-FFF2-40B4-BE49-F238E27FC236}">
                  <a16:creationId xmlns:a16="http://schemas.microsoft.com/office/drawing/2014/main" id="{C0419432-A0A2-D7C3-8F7D-57480ECC4E15}"/>
                </a:ext>
              </a:extLst>
            </p:cNvPr>
            <p:cNvGrpSpPr/>
            <p:nvPr/>
          </p:nvGrpSpPr>
          <p:grpSpPr>
            <a:xfrm>
              <a:off x="2170400" y="-156767"/>
              <a:ext cx="795475" cy="1494515"/>
              <a:chOff x="0" y="-47625"/>
              <a:chExt cx="241661" cy="454025"/>
            </a:xfrm>
          </p:grpSpPr>
          <p:sp>
            <p:nvSpPr>
              <p:cNvPr id="49" name="Google Shape;147;p13">
                <a:extLst>
                  <a:ext uri="{FF2B5EF4-FFF2-40B4-BE49-F238E27FC236}">
                    <a16:creationId xmlns:a16="http://schemas.microsoft.com/office/drawing/2014/main" id="{F7AE9391-BEB1-166D-1BCB-49CA8003EB64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50" name="Google Shape;148;p13">
                <a:extLst>
                  <a:ext uri="{FF2B5EF4-FFF2-40B4-BE49-F238E27FC236}">
                    <a16:creationId xmlns:a16="http://schemas.microsoft.com/office/drawing/2014/main" id="{B3E1E1A6-EBBC-9E16-88DB-43F9F254A5D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" name="Google Shape;149;p13">
              <a:extLst>
                <a:ext uri="{FF2B5EF4-FFF2-40B4-BE49-F238E27FC236}">
                  <a16:creationId xmlns:a16="http://schemas.microsoft.com/office/drawing/2014/main" id="{4CD51AFA-D38E-2822-A7E5-84F726D8E567}"/>
                </a:ext>
              </a:extLst>
            </p:cNvPr>
            <p:cNvGrpSpPr/>
            <p:nvPr/>
          </p:nvGrpSpPr>
          <p:grpSpPr>
            <a:xfrm>
              <a:off x="1085200" y="-156767"/>
              <a:ext cx="795475" cy="1494515"/>
              <a:chOff x="0" y="-47625"/>
              <a:chExt cx="241661" cy="454025"/>
            </a:xfrm>
          </p:grpSpPr>
          <p:sp>
            <p:nvSpPr>
              <p:cNvPr id="47" name="Google Shape;150;p13">
                <a:extLst>
                  <a:ext uri="{FF2B5EF4-FFF2-40B4-BE49-F238E27FC236}">
                    <a16:creationId xmlns:a16="http://schemas.microsoft.com/office/drawing/2014/main" id="{DAE0BD71-26DC-B559-BB1F-3AAD699EC645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48" name="Google Shape;151;p13">
                <a:extLst>
                  <a:ext uri="{FF2B5EF4-FFF2-40B4-BE49-F238E27FC236}">
                    <a16:creationId xmlns:a16="http://schemas.microsoft.com/office/drawing/2014/main" id="{B37A04F8-C082-E756-BA69-E85BD1F92C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" name="Google Shape;152;p13">
              <a:extLst>
                <a:ext uri="{FF2B5EF4-FFF2-40B4-BE49-F238E27FC236}">
                  <a16:creationId xmlns:a16="http://schemas.microsoft.com/office/drawing/2014/main" id="{FF1367CF-F9CA-EDE5-20A2-F786860F38D9}"/>
                </a:ext>
              </a:extLst>
            </p:cNvPr>
            <p:cNvGrpSpPr/>
            <p:nvPr/>
          </p:nvGrpSpPr>
          <p:grpSpPr>
            <a:xfrm>
              <a:off x="0" y="-156767"/>
              <a:ext cx="795475" cy="1494515"/>
              <a:chOff x="0" y="-47625"/>
              <a:chExt cx="241661" cy="454025"/>
            </a:xfrm>
          </p:grpSpPr>
          <p:sp>
            <p:nvSpPr>
              <p:cNvPr id="45" name="Google Shape;153;p13">
                <a:extLst>
                  <a:ext uri="{FF2B5EF4-FFF2-40B4-BE49-F238E27FC236}">
                    <a16:creationId xmlns:a16="http://schemas.microsoft.com/office/drawing/2014/main" id="{148828EC-11FC-3AF7-3DC4-5BAD5D0E5F94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46" name="Google Shape;154;p13">
                <a:extLst>
                  <a:ext uri="{FF2B5EF4-FFF2-40B4-BE49-F238E27FC236}">
                    <a16:creationId xmlns:a16="http://schemas.microsoft.com/office/drawing/2014/main" id="{F57EF31D-AE2A-7764-ACC5-20B567AB5B3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A0B44C8-74B3-1C64-6EF8-4766072180A5}"/>
              </a:ext>
            </a:extLst>
          </p:cNvPr>
          <p:cNvSpPr txBox="1"/>
          <p:nvPr/>
        </p:nvSpPr>
        <p:spPr>
          <a:xfrm>
            <a:off x="4375461" y="1738087"/>
            <a:ext cx="390603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0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400" b="0" u="sng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Providing Continuous Cyber Protection</a:t>
            </a:r>
            <a:r>
              <a:rPr lang="en-US" sz="1400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1400" b="0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b="0" kern="1200" dirty="0">
                <a:solidFill>
                  <a:srgbClr val="CCCCCC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🗯 </a:t>
            </a:r>
            <a:r>
              <a:rPr lang="en-US" sz="1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mission is to offer round-the-clock cybersecurity solutions to protect businesses and individuals from cyber threats.</a:t>
            </a:r>
          </a:p>
          <a:p>
            <a:pPr algn="just"/>
            <a:br>
              <a:rPr lang="en-US" sz="1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0" dirty="0">
                <a:solidFill>
                  <a:srgbClr val="FE92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400" b="0" u="sng" dirty="0">
                <a:solidFill>
                  <a:srgbClr val="FE92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Creating a Thriving Cybersecurity Community</a:t>
            </a:r>
            <a:r>
              <a:rPr lang="en-US" sz="1400" b="0" dirty="0">
                <a:solidFill>
                  <a:srgbClr val="FE92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</a:p>
          <a:p>
            <a:pPr algn="just"/>
            <a:endParaRPr lang="en-US" sz="1400" dirty="0">
              <a:solidFill>
                <a:srgbClr val="D47A0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b="0" kern="1200" dirty="0">
                <a:solidFill>
                  <a:srgbClr val="CCCCCC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🗯 </a:t>
            </a:r>
            <a:r>
              <a:rPr lang="en-US" sz="1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are committed to building platforms where experts and learners can collaborate and grow together.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F2CA21-7594-7EFD-BEB0-A2FAB02A3E26}"/>
              </a:ext>
            </a:extLst>
          </p:cNvPr>
          <p:cNvSpPr txBox="1"/>
          <p:nvPr/>
        </p:nvSpPr>
        <p:spPr>
          <a:xfrm>
            <a:off x="4375461" y="1085506"/>
            <a:ext cx="5450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Mission - 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7146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 invX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80C88B9F-8B62-7D6B-BA46-9A7FDF483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522602" y="-1542134"/>
            <a:ext cx="4098798" cy="9144001"/>
          </a:xfrm>
          <a:prstGeom prst="rect">
            <a:avLst/>
          </a:prstGeom>
        </p:spPr>
      </p:pic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312BFECF-1F0C-34D0-EAC8-D0F4CE65E7EB}"/>
              </a:ext>
            </a:extLst>
          </p:cNvPr>
          <p:cNvSpPr/>
          <p:nvPr/>
        </p:nvSpPr>
        <p:spPr>
          <a:xfrm rot="1329090">
            <a:off x="6824637" y="3208388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FE3104C-E45B-1E24-A44F-F7A78C586659}"/>
              </a:ext>
            </a:extLst>
          </p:cNvPr>
          <p:cNvSpPr/>
          <p:nvPr/>
        </p:nvSpPr>
        <p:spPr>
          <a:xfrm>
            <a:off x="7473395" y="1044700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78DCBD-F751-D826-A2CD-E61413E1A6CC}"/>
              </a:ext>
            </a:extLst>
          </p:cNvPr>
          <p:cNvSpPr txBox="1"/>
          <p:nvPr/>
        </p:nvSpPr>
        <p:spPr>
          <a:xfrm>
            <a:off x="4113885" y="98239"/>
            <a:ext cx="54283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🎯  </a:t>
            </a:r>
            <a:r>
              <a:rPr 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Structure</a:t>
            </a:r>
            <a:endParaRPr lang="en-US" sz="24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6D3ABAD-7CFE-0CA1-D933-1070DE1CD2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5524488"/>
              </p:ext>
            </p:extLst>
          </p:nvPr>
        </p:nvGraphicFramePr>
        <p:xfrm>
          <a:off x="2001719" y="1272391"/>
          <a:ext cx="5439435" cy="38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41" name="Google Shape;145;p13">
            <a:extLst>
              <a:ext uri="{FF2B5EF4-FFF2-40B4-BE49-F238E27FC236}">
                <a16:creationId xmlns:a16="http://schemas.microsoft.com/office/drawing/2014/main" id="{4889C457-8EA4-9A4A-9B9B-769E108E4024}"/>
              </a:ext>
            </a:extLst>
          </p:cNvPr>
          <p:cNvGrpSpPr/>
          <p:nvPr/>
        </p:nvGrpSpPr>
        <p:grpSpPr>
          <a:xfrm>
            <a:off x="7473395" y="4556914"/>
            <a:ext cx="1322288" cy="488347"/>
            <a:chOff x="0" y="-156767"/>
            <a:chExt cx="2965875" cy="1494515"/>
          </a:xfrm>
        </p:grpSpPr>
        <p:grpSp>
          <p:nvGrpSpPr>
            <p:cNvPr id="42" name="Google Shape;146;p13">
              <a:extLst>
                <a:ext uri="{FF2B5EF4-FFF2-40B4-BE49-F238E27FC236}">
                  <a16:creationId xmlns:a16="http://schemas.microsoft.com/office/drawing/2014/main" id="{C0419432-A0A2-D7C3-8F7D-57480ECC4E15}"/>
                </a:ext>
              </a:extLst>
            </p:cNvPr>
            <p:cNvGrpSpPr/>
            <p:nvPr/>
          </p:nvGrpSpPr>
          <p:grpSpPr>
            <a:xfrm>
              <a:off x="2170400" y="-156767"/>
              <a:ext cx="795475" cy="1494515"/>
              <a:chOff x="0" y="-47625"/>
              <a:chExt cx="241661" cy="454025"/>
            </a:xfrm>
          </p:grpSpPr>
          <p:sp>
            <p:nvSpPr>
              <p:cNvPr id="49" name="Google Shape;147;p13">
                <a:extLst>
                  <a:ext uri="{FF2B5EF4-FFF2-40B4-BE49-F238E27FC236}">
                    <a16:creationId xmlns:a16="http://schemas.microsoft.com/office/drawing/2014/main" id="{F7AE9391-BEB1-166D-1BCB-49CA8003EB64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50" name="Google Shape;148;p13">
                <a:extLst>
                  <a:ext uri="{FF2B5EF4-FFF2-40B4-BE49-F238E27FC236}">
                    <a16:creationId xmlns:a16="http://schemas.microsoft.com/office/drawing/2014/main" id="{B3E1E1A6-EBBC-9E16-88DB-43F9F254A5D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" name="Google Shape;149;p13">
              <a:extLst>
                <a:ext uri="{FF2B5EF4-FFF2-40B4-BE49-F238E27FC236}">
                  <a16:creationId xmlns:a16="http://schemas.microsoft.com/office/drawing/2014/main" id="{4CD51AFA-D38E-2822-A7E5-84F726D8E567}"/>
                </a:ext>
              </a:extLst>
            </p:cNvPr>
            <p:cNvGrpSpPr/>
            <p:nvPr/>
          </p:nvGrpSpPr>
          <p:grpSpPr>
            <a:xfrm>
              <a:off x="1085200" y="-156767"/>
              <a:ext cx="795475" cy="1494515"/>
              <a:chOff x="0" y="-47625"/>
              <a:chExt cx="241661" cy="454025"/>
            </a:xfrm>
          </p:grpSpPr>
          <p:sp>
            <p:nvSpPr>
              <p:cNvPr id="47" name="Google Shape;150;p13">
                <a:extLst>
                  <a:ext uri="{FF2B5EF4-FFF2-40B4-BE49-F238E27FC236}">
                    <a16:creationId xmlns:a16="http://schemas.microsoft.com/office/drawing/2014/main" id="{DAE0BD71-26DC-B559-BB1F-3AAD699EC645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48" name="Google Shape;151;p13">
                <a:extLst>
                  <a:ext uri="{FF2B5EF4-FFF2-40B4-BE49-F238E27FC236}">
                    <a16:creationId xmlns:a16="http://schemas.microsoft.com/office/drawing/2014/main" id="{B37A04F8-C082-E756-BA69-E85BD1F92C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" name="Google Shape;152;p13">
              <a:extLst>
                <a:ext uri="{FF2B5EF4-FFF2-40B4-BE49-F238E27FC236}">
                  <a16:creationId xmlns:a16="http://schemas.microsoft.com/office/drawing/2014/main" id="{FF1367CF-F9CA-EDE5-20A2-F786860F38D9}"/>
                </a:ext>
              </a:extLst>
            </p:cNvPr>
            <p:cNvGrpSpPr/>
            <p:nvPr/>
          </p:nvGrpSpPr>
          <p:grpSpPr>
            <a:xfrm>
              <a:off x="0" y="-156767"/>
              <a:ext cx="795475" cy="1494515"/>
              <a:chOff x="0" y="-47625"/>
              <a:chExt cx="241661" cy="454025"/>
            </a:xfrm>
          </p:grpSpPr>
          <p:sp>
            <p:nvSpPr>
              <p:cNvPr id="45" name="Google Shape;153;p13">
                <a:extLst>
                  <a:ext uri="{FF2B5EF4-FFF2-40B4-BE49-F238E27FC236}">
                    <a16:creationId xmlns:a16="http://schemas.microsoft.com/office/drawing/2014/main" id="{148828EC-11FC-3AF7-3DC4-5BAD5D0E5F94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46" name="Google Shape;154;p13">
                <a:extLst>
                  <a:ext uri="{FF2B5EF4-FFF2-40B4-BE49-F238E27FC236}">
                    <a16:creationId xmlns:a16="http://schemas.microsoft.com/office/drawing/2014/main" id="{F57EF31D-AE2A-7764-ACC5-20B567AB5B3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912368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 invX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80C88B9F-8B62-7D6B-BA46-9A7FDF483E9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522602" y="-1542134"/>
            <a:ext cx="4098798" cy="9144001"/>
          </a:xfrm>
          <a:prstGeom prst="rect">
            <a:avLst/>
          </a:prstGeom>
        </p:spPr>
      </p:pic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312BFECF-1F0C-34D0-EAC8-D0F4CE65E7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329090">
            <a:off x="6824637" y="3208388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FE3104C-E45B-1E24-A44F-F7A78C5866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73395" y="1044700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78DCBD-F751-D826-A2CD-E61413E1A6C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13885" y="255853"/>
            <a:ext cx="54283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600" dirty="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Roles and Responsibilities </a:t>
            </a:r>
          </a:p>
        </p:txBody>
      </p:sp>
      <p:grpSp>
        <p:nvGrpSpPr>
          <p:cNvPr id="15" name="Google Shape;109;p12">
            <a:extLst>
              <a:ext uri="{FF2B5EF4-FFF2-40B4-BE49-F238E27FC236}">
                <a16:creationId xmlns:a16="http://schemas.microsoft.com/office/drawing/2014/main" id="{18D4917F-321A-8AD6-5D50-1E78002935BC}"/>
              </a:ext>
            </a:extLst>
          </p:cNvPr>
          <p:cNvGrpSpPr/>
          <p:nvPr/>
        </p:nvGrpSpPr>
        <p:grpSpPr>
          <a:xfrm>
            <a:off x="386889" y="1350110"/>
            <a:ext cx="2559921" cy="3537761"/>
            <a:chOff x="0" y="-47625"/>
            <a:chExt cx="1014041" cy="1573747"/>
          </a:xfrm>
        </p:grpSpPr>
        <p:sp>
          <p:nvSpPr>
            <p:cNvPr id="16" name="Google Shape;110;p12">
              <a:extLst>
                <a:ext uri="{FF2B5EF4-FFF2-40B4-BE49-F238E27FC236}">
                  <a16:creationId xmlns:a16="http://schemas.microsoft.com/office/drawing/2014/main" id="{FEFD1D40-99F8-25B2-A841-71E11FD5F4CD}"/>
                </a:ext>
              </a:extLst>
            </p:cNvPr>
            <p:cNvSpPr/>
            <p:nvPr/>
          </p:nvSpPr>
          <p:spPr>
            <a:xfrm>
              <a:off x="0" y="0"/>
              <a:ext cx="1014041" cy="1526122"/>
            </a:xfrm>
            <a:custGeom>
              <a:avLst/>
              <a:gdLst/>
              <a:ahLst/>
              <a:cxnLst/>
              <a:rect l="l" t="t" r="r" b="b"/>
              <a:pathLst>
                <a:path w="1014041" h="1526122" extrusionOk="0">
                  <a:moveTo>
                    <a:pt x="102550" y="0"/>
                  </a:moveTo>
                  <a:lnTo>
                    <a:pt x="911491" y="0"/>
                  </a:lnTo>
                  <a:cubicBezTo>
                    <a:pt x="968128" y="0"/>
                    <a:pt x="1014041" y="45913"/>
                    <a:pt x="1014041" y="102550"/>
                  </a:cubicBezTo>
                  <a:lnTo>
                    <a:pt x="1014041" y="1423571"/>
                  </a:lnTo>
                  <a:cubicBezTo>
                    <a:pt x="1014041" y="1480208"/>
                    <a:pt x="968128" y="1526122"/>
                    <a:pt x="911491" y="1526122"/>
                  </a:cubicBezTo>
                  <a:lnTo>
                    <a:pt x="102550" y="1526122"/>
                  </a:lnTo>
                  <a:cubicBezTo>
                    <a:pt x="45913" y="1526122"/>
                    <a:pt x="0" y="1480208"/>
                    <a:pt x="0" y="1423571"/>
                  </a:cubicBezTo>
                  <a:lnTo>
                    <a:pt x="0" y="102550"/>
                  </a:lnTo>
                  <a:cubicBezTo>
                    <a:pt x="0" y="45913"/>
                    <a:pt x="45913" y="0"/>
                    <a:pt x="102550" y="0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/>
            </a:p>
          </p:txBody>
        </p:sp>
        <p:sp>
          <p:nvSpPr>
            <p:cNvPr id="17" name="Google Shape;111;p12">
              <a:extLst>
                <a:ext uri="{FF2B5EF4-FFF2-40B4-BE49-F238E27FC236}">
                  <a16:creationId xmlns:a16="http://schemas.microsoft.com/office/drawing/2014/main" id="{D15CC2F3-D7EA-1017-111C-175AC9F089E8}"/>
                </a:ext>
              </a:extLst>
            </p:cNvPr>
            <p:cNvSpPr txBox="1"/>
            <p:nvPr/>
          </p:nvSpPr>
          <p:spPr>
            <a:xfrm>
              <a:off x="0" y="-47625"/>
              <a:ext cx="1014041" cy="1573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oogle Shape;115;p12">
            <a:extLst>
              <a:ext uri="{FF2B5EF4-FFF2-40B4-BE49-F238E27FC236}">
                <a16:creationId xmlns:a16="http://schemas.microsoft.com/office/drawing/2014/main" id="{403D5D51-41C5-528D-0CCE-9D0518BE8D05}"/>
              </a:ext>
            </a:extLst>
          </p:cNvPr>
          <p:cNvGrpSpPr/>
          <p:nvPr/>
        </p:nvGrpSpPr>
        <p:grpSpPr>
          <a:xfrm>
            <a:off x="516058" y="1189869"/>
            <a:ext cx="2681597" cy="3589380"/>
            <a:chOff x="0" y="-47625"/>
            <a:chExt cx="1014041" cy="1573747"/>
          </a:xfrm>
        </p:grpSpPr>
        <p:sp>
          <p:nvSpPr>
            <p:cNvPr id="19" name="Google Shape;116;p12">
              <a:extLst>
                <a:ext uri="{FF2B5EF4-FFF2-40B4-BE49-F238E27FC236}">
                  <a16:creationId xmlns:a16="http://schemas.microsoft.com/office/drawing/2014/main" id="{3F8AF451-21ED-CE1F-BD3A-6EE133E169C8}"/>
                </a:ext>
              </a:extLst>
            </p:cNvPr>
            <p:cNvSpPr/>
            <p:nvPr/>
          </p:nvSpPr>
          <p:spPr>
            <a:xfrm>
              <a:off x="0" y="0"/>
              <a:ext cx="1014041" cy="1526122"/>
            </a:xfrm>
            <a:custGeom>
              <a:avLst/>
              <a:gdLst/>
              <a:ahLst/>
              <a:cxnLst/>
              <a:rect l="l" t="t" r="r" b="b"/>
              <a:pathLst>
                <a:path w="1014041" h="1526122" extrusionOk="0">
                  <a:moveTo>
                    <a:pt x="102550" y="0"/>
                  </a:moveTo>
                  <a:lnTo>
                    <a:pt x="911491" y="0"/>
                  </a:lnTo>
                  <a:cubicBezTo>
                    <a:pt x="968128" y="0"/>
                    <a:pt x="1014041" y="45913"/>
                    <a:pt x="1014041" y="102550"/>
                  </a:cubicBezTo>
                  <a:lnTo>
                    <a:pt x="1014041" y="1423571"/>
                  </a:lnTo>
                  <a:cubicBezTo>
                    <a:pt x="1014041" y="1480208"/>
                    <a:pt x="968128" y="1526122"/>
                    <a:pt x="911491" y="1526122"/>
                  </a:cubicBezTo>
                  <a:lnTo>
                    <a:pt x="102550" y="1526122"/>
                  </a:lnTo>
                  <a:cubicBezTo>
                    <a:pt x="45913" y="1526122"/>
                    <a:pt x="0" y="1480208"/>
                    <a:pt x="0" y="1423571"/>
                  </a:cubicBezTo>
                  <a:lnTo>
                    <a:pt x="0" y="102550"/>
                  </a:lnTo>
                  <a:cubicBezTo>
                    <a:pt x="0" y="45913"/>
                    <a:pt x="45913" y="0"/>
                    <a:pt x="102550" y="0"/>
                  </a:cubicBezTo>
                  <a:close/>
                </a:path>
              </a:pathLst>
            </a:custGeom>
            <a:solidFill>
              <a:srgbClr val="004AAD"/>
            </a:solidFill>
            <a:ln w="38100" cap="rnd" cmpd="sng">
              <a:solidFill>
                <a:srgbClr val="FFFE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/>
            </a:p>
          </p:txBody>
        </p:sp>
        <p:sp>
          <p:nvSpPr>
            <p:cNvPr id="20" name="Google Shape;117;p12">
              <a:extLst>
                <a:ext uri="{FF2B5EF4-FFF2-40B4-BE49-F238E27FC236}">
                  <a16:creationId xmlns:a16="http://schemas.microsoft.com/office/drawing/2014/main" id="{D39D10A4-AEB9-111A-3A95-4D3753F596CB}"/>
                </a:ext>
              </a:extLst>
            </p:cNvPr>
            <p:cNvSpPr txBox="1"/>
            <p:nvPr/>
          </p:nvSpPr>
          <p:spPr>
            <a:xfrm>
              <a:off x="0" y="-47625"/>
              <a:ext cx="1014041" cy="1573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" name="Google Shape;129;p12">
            <a:extLst>
              <a:ext uri="{FF2B5EF4-FFF2-40B4-BE49-F238E27FC236}">
                <a16:creationId xmlns:a16="http://schemas.microsoft.com/office/drawing/2014/main" id="{03ADD30D-0E06-8F59-5696-628BD042E83C}"/>
              </a:ext>
            </a:extLst>
          </p:cNvPr>
          <p:cNvSpPr txBox="1"/>
          <p:nvPr/>
        </p:nvSpPr>
        <p:spPr>
          <a:xfrm>
            <a:off x="1155640" y="3775810"/>
            <a:ext cx="1402432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E00"/>
                </a:solidFill>
                <a:latin typeface="Inter"/>
                <a:sym typeface="Inter"/>
              </a:rPr>
              <a:t>CEO</a:t>
            </a:r>
            <a:endParaRPr sz="1600" dirty="0"/>
          </a:p>
        </p:txBody>
      </p:sp>
      <p:sp>
        <p:nvSpPr>
          <p:cNvPr id="22" name="Google Shape;132;p12">
            <a:extLst>
              <a:ext uri="{FF2B5EF4-FFF2-40B4-BE49-F238E27FC236}">
                <a16:creationId xmlns:a16="http://schemas.microsoft.com/office/drawing/2014/main" id="{D707C100-B1F0-6F2D-7B6E-5E1C8510DC96}"/>
              </a:ext>
            </a:extLst>
          </p:cNvPr>
          <p:cNvSpPr txBox="1"/>
          <p:nvPr/>
        </p:nvSpPr>
        <p:spPr>
          <a:xfrm>
            <a:off x="615128" y="4285655"/>
            <a:ext cx="2551699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Inter"/>
                <a:sym typeface="Inter"/>
              </a:rPr>
              <a:t>Mr. Gajendra Deshpande</a:t>
            </a:r>
            <a:endParaRPr sz="16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B4125E3-4196-B247-11CF-25ADA083C6D5}"/>
              </a:ext>
            </a:extLst>
          </p:cNvPr>
          <p:cNvSpPr/>
          <p:nvPr/>
        </p:nvSpPr>
        <p:spPr>
          <a:xfrm>
            <a:off x="907081" y="1457171"/>
            <a:ext cx="1832459" cy="178593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 dirty="0"/>
          </a:p>
        </p:txBody>
      </p:sp>
      <p:pic>
        <p:nvPicPr>
          <p:cNvPr id="30" name="Picture 29" descr="A person standing at a podium&#10;&#10;Description automatically generated">
            <a:extLst>
              <a:ext uri="{FF2B5EF4-FFF2-40B4-BE49-F238E27FC236}">
                <a16:creationId xmlns:a16="http://schemas.microsoft.com/office/drawing/2014/main" id="{CBD6DFC3-7846-F079-3EF6-EE956D69A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889" y="1655520"/>
            <a:ext cx="1596819" cy="15551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78C5DB7-1271-9DB4-5311-B225E0BE9329}"/>
              </a:ext>
            </a:extLst>
          </p:cNvPr>
          <p:cNvSpPr txBox="1"/>
          <p:nvPr/>
        </p:nvSpPr>
        <p:spPr>
          <a:xfrm>
            <a:off x="4244326" y="1171784"/>
            <a:ext cx="367197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5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 </a:t>
            </a:r>
            <a:r>
              <a:rPr lang="en-US" sz="15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Mr. Gajendra Deshpande</a:t>
            </a:r>
            <a:r>
              <a:rPr lang="en-US" sz="15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5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  :  </a:t>
            </a:r>
            <a:r>
              <a:rPr lang="en-US" sz="15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Managing director and CEO, Eyesec Cyber Security Solutions Pvt. Ltd, Belagavi</a:t>
            </a:r>
          </a:p>
          <a:p>
            <a:pPr algn="just"/>
            <a:endParaRPr lang="en-US" sz="15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5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 :  </a:t>
            </a:r>
            <a:r>
              <a:rPr lang="en-US" sz="15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contact@eyesec.in</a:t>
            </a:r>
            <a:endParaRPr lang="en-US" sz="15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5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chief executive officer is the highest-ranking position at a company. </a:t>
            </a:r>
          </a:p>
          <a:p>
            <a:pPr algn="just"/>
            <a:endParaRPr lang="en-US" sz="1500" dirty="0">
              <a:solidFill>
                <a:schemeClr val="tx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CEO manages all operations, resources and corporate decisions for the entire company.</a:t>
            </a:r>
          </a:p>
        </p:txBody>
      </p:sp>
      <p:grpSp>
        <p:nvGrpSpPr>
          <p:cNvPr id="41" name="Google Shape;145;p13">
            <a:extLst>
              <a:ext uri="{FF2B5EF4-FFF2-40B4-BE49-F238E27FC236}">
                <a16:creationId xmlns:a16="http://schemas.microsoft.com/office/drawing/2014/main" id="{4889C457-8EA4-9A4A-9B9B-769E108E402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473395" y="4556914"/>
            <a:ext cx="1322288" cy="488347"/>
            <a:chOff x="0" y="-156767"/>
            <a:chExt cx="2965875" cy="1494515"/>
          </a:xfrm>
        </p:grpSpPr>
        <p:grpSp>
          <p:nvGrpSpPr>
            <p:cNvPr id="42" name="Google Shape;146;p13">
              <a:extLst>
                <a:ext uri="{FF2B5EF4-FFF2-40B4-BE49-F238E27FC236}">
                  <a16:creationId xmlns:a16="http://schemas.microsoft.com/office/drawing/2014/main" id="{C0419432-A0A2-D7C3-8F7D-57480ECC4E1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170400" y="-156767"/>
              <a:ext cx="795475" cy="1494515"/>
              <a:chOff x="0" y="-47625"/>
              <a:chExt cx="241661" cy="454025"/>
            </a:xfrm>
          </p:grpSpPr>
          <p:sp>
            <p:nvSpPr>
              <p:cNvPr id="49" name="Google Shape;147;p13">
                <a:extLst>
                  <a:ext uri="{FF2B5EF4-FFF2-40B4-BE49-F238E27FC236}">
                    <a16:creationId xmlns:a16="http://schemas.microsoft.com/office/drawing/2014/main" id="{F7AE9391-BEB1-166D-1BCB-49CA8003EB6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50" name="Google Shape;148;p13">
                <a:extLst>
                  <a:ext uri="{FF2B5EF4-FFF2-40B4-BE49-F238E27FC236}">
                    <a16:creationId xmlns:a16="http://schemas.microsoft.com/office/drawing/2014/main" id="{B3E1E1A6-EBBC-9E16-88DB-43F9F254A5DC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" name="Google Shape;149;p13">
              <a:extLst>
                <a:ext uri="{FF2B5EF4-FFF2-40B4-BE49-F238E27FC236}">
                  <a16:creationId xmlns:a16="http://schemas.microsoft.com/office/drawing/2014/main" id="{4CD51AFA-D38E-2822-A7E5-84F726D8E56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85200" y="-156767"/>
              <a:ext cx="795475" cy="1494515"/>
              <a:chOff x="0" y="-47625"/>
              <a:chExt cx="241661" cy="454025"/>
            </a:xfrm>
          </p:grpSpPr>
          <p:sp>
            <p:nvSpPr>
              <p:cNvPr id="47" name="Google Shape;150;p13">
                <a:extLst>
                  <a:ext uri="{FF2B5EF4-FFF2-40B4-BE49-F238E27FC236}">
                    <a16:creationId xmlns:a16="http://schemas.microsoft.com/office/drawing/2014/main" id="{DAE0BD71-26DC-B559-BB1F-3AAD699EC64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48" name="Google Shape;151;p13">
                <a:extLst>
                  <a:ext uri="{FF2B5EF4-FFF2-40B4-BE49-F238E27FC236}">
                    <a16:creationId xmlns:a16="http://schemas.microsoft.com/office/drawing/2014/main" id="{B37A04F8-C082-E756-BA69-E85BD1F92C9E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" name="Google Shape;152;p13">
              <a:extLst>
                <a:ext uri="{FF2B5EF4-FFF2-40B4-BE49-F238E27FC236}">
                  <a16:creationId xmlns:a16="http://schemas.microsoft.com/office/drawing/2014/main" id="{FF1367CF-F9CA-EDE5-20A2-F786860F38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0" y="-156767"/>
              <a:ext cx="795475" cy="1494515"/>
              <a:chOff x="0" y="-47625"/>
              <a:chExt cx="241661" cy="454025"/>
            </a:xfrm>
          </p:grpSpPr>
          <p:sp>
            <p:nvSpPr>
              <p:cNvPr id="45" name="Google Shape;153;p13">
                <a:extLst>
                  <a:ext uri="{FF2B5EF4-FFF2-40B4-BE49-F238E27FC236}">
                    <a16:creationId xmlns:a16="http://schemas.microsoft.com/office/drawing/2014/main" id="{148828EC-11FC-3AF7-3DC4-5BAD5D0E5F9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46" name="Google Shape;154;p13">
                <a:extLst>
                  <a:ext uri="{FF2B5EF4-FFF2-40B4-BE49-F238E27FC236}">
                    <a16:creationId xmlns:a16="http://schemas.microsoft.com/office/drawing/2014/main" id="{F57EF31D-AE2A-7764-ACC5-20B567AB5B30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534703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 invX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80C88B9F-8B62-7D6B-BA46-9A7FDF483E9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522602" y="-1542134"/>
            <a:ext cx="4098798" cy="9144001"/>
          </a:xfrm>
          <a:prstGeom prst="rect">
            <a:avLst/>
          </a:prstGeom>
        </p:spPr>
      </p:pic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312BFECF-1F0C-34D0-EAC8-D0F4CE65E7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329090">
            <a:off x="6824637" y="3208388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FE3104C-E45B-1E24-A44F-F7A78C5866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73395" y="1044700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78DCBD-F751-D826-A2CD-E61413E1A6C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13885" y="255853"/>
            <a:ext cx="54283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600" dirty="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Roles and Responsibilities </a:t>
            </a:r>
          </a:p>
        </p:txBody>
      </p:sp>
      <p:grpSp>
        <p:nvGrpSpPr>
          <p:cNvPr id="15" name="Google Shape;109;p12">
            <a:extLst>
              <a:ext uri="{FF2B5EF4-FFF2-40B4-BE49-F238E27FC236}">
                <a16:creationId xmlns:a16="http://schemas.microsoft.com/office/drawing/2014/main" id="{18D4917F-321A-8AD6-5D50-1E78002935BC}"/>
              </a:ext>
            </a:extLst>
          </p:cNvPr>
          <p:cNvGrpSpPr/>
          <p:nvPr/>
        </p:nvGrpSpPr>
        <p:grpSpPr>
          <a:xfrm>
            <a:off x="386889" y="1350110"/>
            <a:ext cx="2559921" cy="3537761"/>
            <a:chOff x="0" y="-47625"/>
            <a:chExt cx="1014041" cy="1573747"/>
          </a:xfrm>
        </p:grpSpPr>
        <p:sp>
          <p:nvSpPr>
            <p:cNvPr id="16" name="Google Shape;110;p12">
              <a:extLst>
                <a:ext uri="{FF2B5EF4-FFF2-40B4-BE49-F238E27FC236}">
                  <a16:creationId xmlns:a16="http://schemas.microsoft.com/office/drawing/2014/main" id="{FEFD1D40-99F8-25B2-A841-71E11FD5F4CD}"/>
                </a:ext>
              </a:extLst>
            </p:cNvPr>
            <p:cNvSpPr/>
            <p:nvPr/>
          </p:nvSpPr>
          <p:spPr>
            <a:xfrm>
              <a:off x="0" y="0"/>
              <a:ext cx="1014041" cy="1526122"/>
            </a:xfrm>
            <a:custGeom>
              <a:avLst/>
              <a:gdLst/>
              <a:ahLst/>
              <a:cxnLst/>
              <a:rect l="l" t="t" r="r" b="b"/>
              <a:pathLst>
                <a:path w="1014041" h="1526122" extrusionOk="0">
                  <a:moveTo>
                    <a:pt x="102550" y="0"/>
                  </a:moveTo>
                  <a:lnTo>
                    <a:pt x="911491" y="0"/>
                  </a:lnTo>
                  <a:cubicBezTo>
                    <a:pt x="968128" y="0"/>
                    <a:pt x="1014041" y="45913"/>
                    <a:pt x="1014041" y="102550"/>
                  </a:cubicBezTo>
                  <a:lnTo>
                    <a:pt x="1014041" y="1423571"/>
                  </a:lnTo>
                  <a:cubicBezTo>
                    <a:pt x="1014041" y="1480208"/>
                    <a:pt x="968128" y="1526122"/>
                    <a:pt x="911491" y="1526122"/>
                  </a:cubicBezTo>
                  <a:lnTo>
                    <a:pt x="102550" y="1526122"/>
                  </a:lnTo>
                  <a:cubicBezTo>
                    <a:pt x="45913" y="1526122"/>
                    <a:pt x="0" y="1480208"/>
                    <a:pt x="0" y="1423571"/>
                  </a:cubicBezTo>
                  <a:lnTo>
                    <a:pt x="0" y="102550"/>
                  </a:lnTo>
                  <a:cubicBezTo>
                    <a:pt x="0" y="45913"/>
                    <a:pt x="45913" y="0"/>
                    <a:pt x="102550" y="0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/>
            </a:p>
          </p:txBody>
        </p:sp>
        <p:sp>
          <p:nvSpPr>
            <p:cNvPr id="17" name="Google Shape;111;p12">
              <a:extLst>
                <a:ext uri="{FF2B5EF4-FFF2-40B4-BE49-F238E27FC236}">
                  <a16:creationId xmlns:a16="http://schemas.microsoft.com/office/drawing/2014/main" id="{D15CC2F3-D7EA-1017-111C-175AC9F089E8}"/>
                </a:ext>
              </a:extLst>
            </p:cNvPr>
            <p:cNvSpPr txBox="1"/>
            <p:nvPr/>
          </p:nvSpPr>
          <p:spPr>
            <a:xfrm>
              <a:off x="0" y="-47625"/>
              <a:ext cx="1014041" cy="1573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oogle Shape;115;p12">
            <a:extLst>
              <a:ext uri="{FF2B5EF4-FFF2-40B4-BE49-F238E27FC236}">
                <a16:creationId xmlns:a16="http://schemas.microsoft.com/office/drawing/2014/main" id="{403D5D51-41C5-528D-0CCE-9D0518BE8D05}"/>
              </a:ext>
            </a:extLst>
          </p:cNvPr>
          <p:cNvGrpSpPr/>
          <p:nvPr/>
        </p:nvGrpSpPr>
        <p:grpSpPr>
          <a:xfrm>
            <a:off x="516058" y="1189869"/>
            <a:ext cx="2681597" cy="3589380"/>
            <a:chOff x="0" y="-47625"/>
            <a:chExt cx="1014041" cy="1573747"/>
          </a:xfrm>
        </p:grpSpPr>
        <p:sp>
          <p:nvSpPr>
            <p:cNvPr id="19" name="Google Shape;116;p12">
              <a:extLst>
                <a:ext uri="{FF2B5EF4-FFF2-40B4-BE49-F238E27FC236}">
                  <a16:creationId xmlns:a16="http://schemas.microsoft.com/office/drawing/2014/main" id="{3F8AF451-21ED-CE1F-BD3A-6EE133E169C8}"/>
                </a:ext>
              </a:extLst>
            </p:cNvPr>
            <p:cNvSpPr/>
            <p:nvPr/>
          </p:nvSpPr>
          <p:spPr>
            <a:xfrm>
              <a:off x="0" y="0"/>
              <a:ext cx="1014041" cy="1526122"/>
            </a:xfrm>
            <a:custGeom>
              <a:avLst/>
              <a:gdLst/>
              <a:ahLst/>
              <a:cxnLst/>
              <a:rect l="l" t="t" r="r" b="b"/>
              <a:pathLst>
                <a:path w="1014041" h="1526122" extrusionOk="0">
                  <a:moveTo>
                    <a:pt x="102550" y="0"/>
                  </a:moveTo>
                  <a:lnTo>
                    <a:pt x="911491" y="0"/>
                  </a:lnTo>
                  <a:cubicBezTo>
                    <a:pt x="968128" y="0"/>
                    <a:pt x="1014041" y="45913"/>
                    <a:pt x="1014041" y="102550"/>
                  </a:cubicBezTo>
                  <a:lnTo>
                    <a:pt x="1014041" y="1423571"/>
                  </a:lnTo>
                  <a:cubicBezTo>
                    <a:pt x="1014041" y="1480208"/>
                    <a:pt x="968128" y="1526122"/>
                    <a:pt x="911491" y="1526122"/>
                  </a:cubicBezTo>
                  <a:lnTo>
                    <a:pt x="102550" y="1526122"/>
                  </a:lnTo>
                  <a:cubicBezTo>
                    <a:pt x="45913" y="1526122"/>
                    <a:pt x="0" y="1480208"/>
                    <a:pt x="0" y="1423571"/>
                  </a:cubicBezTo>
                  <a:lnTo>
                    <a:pt x="0" y="102550"/>
                  </a:lnTo>
                  <a:cubicBezTo>
                    <a:pt x="0" y="45913"/>
                    <a:pt x="45913" y="0"/>
                    <a:pt x="102550" y="0"/>
                  </a:cubicBezTo>
                  <a:close/>
                </a:path>
              </a:pathLst>
            </a:custGeom>
            <a:solidFill>
              <a:srgbClr val="004AAD"/>
            </a:solidFill>
            <a:ln w="38100" cap="rnd" cmpd="sng">
              <a:solidFill>
                <a:srgbClr val="FFFE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/>
            </a:p>
          </p:txBody>
        </p:sp>
        <p:sp>
          <p:nvSpPr>
            <p:cNvPr id="20" name="Google Shape;117;p12">
              <a:extLst>
                <a:ext uri="{FF2B5EF4-FFF2-40B4-BE49-F238E27FC236}">
                  <a16:creationId xmlns:a16="http://schemas.microsoft.com/office/drawing/2014/main" id="{D39D10A4-AEB9-111A-3A95-4D3753F596CB}"/>
                </a:ext>
              </a:extLst>
            </p:cNvPr>
            <p:cNvSpPr txBox="1"/>
            <p:nvPr/>
          </p:nvSpPr>
          <p:spPr>
            <a:xfrm>
              <a:off x="0" y="-47625"/>
              <a:ext cx="1014041" cy="1573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" name="Google Shape;129;p12">
            <a:extLst>
              <a:ext uri="{FF2B5EF4-FFF2-40B4-BE49-F238E27FC236}">
                <a16:creationId xmlns:a16="http://schemas.microsoft.com/office/drawing/2014/main" id="{03ADD30D-0E06-8F59-5696-628BD042E83C}"/>
              </a:ext>
            </a:extLst>
          </p:cNvPr>
          <p:cNvSpPr txBox="1"/>
          <p:nvPr/>
        </p:nvSpPr>
        <p:spPr>
          <a:xfrm>
            <a:off x="1155640" y="3775810"/>
            <a:ext cx="1402432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E00"/>
                </a:solidFill>
                <a:latin typeface="Inter"/>
                <a:sym typeface="Inter"/>
              </a:rPr>
              <a:t>CTO</a:t>
            </a:r>
            <a:endParaRPr sz="1600" dirty="0"/>
          </a:p>
        </p:txBody>
      </p:sp>
      <p:sp>
        <p:nvSpPr>
          <p:cNvPr id="22" name="Google Shape;132;p12">
            <a:extLst>
              <a:ext uri="{FF2B5EF4-FFF2-40B4-BE49-F238E27FC236}">
                <a16:creationId xmlns:a16="http://schemas.microsoft.com/office/drawing/2014/main" id="{D707C100-B1F0-6F2D-7B6E-5E1C8510DC96}"/>
              </a:ext>
            </a:extLst>
          </p:cNvPr>
          <p:cNvSpPr txBox="1"/>
          <p:nvPr/>
        </p:nvSpPr>
        <p:spPr>
          <a:xfrm>
            <a:off x="615128" y="4285655"/>
            <a:ext cx="25516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Vidyadheesh Pandurangi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B4125E3-4196-B247-11CF-25ADA083C6D5}"/>
              </a:ext>
            </a:extLst>
          </p:cNvPr>
          <p:cNvSpPr/>
          <p:nvPr/>
        </p:nvSpPr>
        <p:spPr>
          <a:xfrm>
            <a:off x="907081" y="1392937"/>
            <a:ext cx="1832459" cy="185016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 dirty="0"/>
          </a:p>
        </p:txBody>
      </p:sp>
      <p:pic>
        <p:nvPicPr>
          <p:cNvPr id="2" name="Picture 1" descr="A person in a suit&#10;&#10;Description automatically generated">
            <a:extLst>
              <a:ext uri="{FF2B5EF4-FFF2-40B4-BE49-F238E27FC236}">
                <a16:creationId xmlns:a16="http://schemas.microsoft.com/office/drawing/2014/main" id="{9A238C10-0EC1-505A-0657-50137342F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73" y="1575635"/>
            <a:ext cx="1698240" cy="1667465"/>
          </a:xfrm>
          <a:prstGeom prst="ellipse">
            <a:avLst/>
          </a:prstGeom>
          <a:ln w="63500" cap="rnd">
            <a:solidFill>
              <a:schemeClr val="accent4">
                <a:lumMod val="5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5EA2B2-1EA5-16CE-8E5E-99A313F48D66}"/>
              </a:ext>
            </a:extLst>
          </p:cNvPr>
          <p:cNvSpPr txBox="1"/>
          <p:nvPr/>
        </p:nvSpPr>
        <p:spPr>
          <a:xfrm>
            <a:off x="4260009" y="1350110"/>
            <a:ext cx="3213386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5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 </a:t>
            </a:r>
            <a:r>
              <a:rPr lang="en-US" sz="15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Mr. </a:t>
            </a:r>
            <a:r>
              <a:rPr lang="en-US" sz="1500" dirty="0"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Vidyadheesh Pandurangi</a:t>
            </a:r>
          </a:p>
          <a:p>
            <a:pPr algn="just"/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5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  : </a:t>
            </a:r>
            <a:r>
              <a:rPr lang="en-US" sz="1500" dirty="0"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Chief Technical Officer 		 (CTO) </a:t>
            </a:r>
          </a:p>
          <a:p>
            <a:pPr algn="just"/>
            <a:endParaRPr lang="en-US" sz="15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5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 : </a:t>
            </a:r>
            <a:r>
              <a:rPr lang="en-US" sz="15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vidyadheeshp@gmail.com</a:t>
            </a:r>
            <a:endParaRPr lang="en-US" sz="15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5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5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chief technology officer handles a company's information technology department, and even their research and development department.</a:t>
            </a:r>
          </a:p>
        </p:txBody>
      </p:sp>
      <p:grpSp>
        <p:nvGrpSpPr>
          <p:cNvPr id="41" name="Google Shape;145;p13">
            <a:extLst>
              <a:ext uri="{FF2B5EF4-FFF2-40B4-BE49-F238E27FC236}">
                <a16:creationId xmlns:a16="http://schemas.microsoft.com/office/drawing/2014/main" id="{4889C457-8EA4-9A4A-9B9B-769E108E402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473395" y="4556914"/>
            <a:ext cx="1322288" cy="488347"/>
            <a:chOff x="0" y="-156767"/>
            <a:chExt cx="2965875" cy="1494515"/>
          </a:xfrm>
        </p:grpSpPr>
        <p:grpSp>
          <p:nvGrpSpPr>
            <p:cNvPr id="42" name="Google Shape;146;p13">
              <a:extLst>
                <a:ext uri="{FF2B5EF4-FFF2-40B4-BE49-F238E27FC236}">
                  <a16:creationId xmlns:a16="http://schemas.microsoft.com/office/drawing/2014/main" id="{C0419432-A0A2-D7C3-8F7D-57480ECC4E1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170400" y="-156767"/>
              <a:ext cx="795475" cy="1494515"/>
              <a:chOff x="0" y="-47625"/>
              <a:chExt cx="241661" cy="454025"/>
            </a:xfrm>
          </p:grpSpPr>
          <p:sp>
            <p:nvSpPr>
              <p:cNvPr id="49" name="Google Shape;147;p13">
                <a:extLst>
                  <a:ext uri="{FF2B5EF4-FFF2-40B4-BE49-F238E27FC236}">
                    <a16:creationId xmlns:a16="http://schemas.microsoft.com/office/drawing/2014/main" id="{F7AE9391-BEB1-166D-1BCB-49CA8003EB6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50" name="Google Shape;148;p13">
                <a:extLst>
                  <a:ext uri="{FF2B5EF4-FFF2-40B4-BE49-F238E27FC236}">
                    <a16:creationId xmlns:a16="http://schemas.microsoft.com/office/drawing/2014/main" id="{B3E1E1A6-EBBC-9E16-88DB-43F9F254A5DC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" name="Google Shape;149;p13">
              <a:extLst>
                <a:ext uri="{FF2B5EF4-FFF2-40B4-BE49-F238E27FC236}">
                  <a16:creationId xmlns:a16="http://schemas.microsoft.com/office/drawing/2014/main" id="{4CD51AFA-D38E-2822-A7E5-84F726D8E56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085200" y="-156767"/>
              <a:ext cx="795475" cy="1494515"/>
              <a:chOff x="0" y="-47625"/>
              <a:chExt cx="241661" cy="454025"/>
            </a:xfrm>
          </p:grpSpPr>
          <p:sp>
            <p:nvSpPr>
              <p:cNvPr id="47" name="Google Shape;150;p13">
                <a:extLst>
                  <a:ext uri="{FF2B5EF4-FFF2-40B4-BE49-F238E27FC236}">
                    <a16:creationId xmlns:a16="http://schemas.microsoft.com/office/drawing/2014/main" id="{DAE0BD71-26DC-B559-BB1F-3AAD699EC64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48" name="Google Shape;151;p13">
                <a:extLst>
                  <a:ext uri="{FF2B5EF4-FFF2-40B4-BE49-F238E27FC236}">
                    <a16:creationId xmlns:a16="http://schemas.microsoft.com/office/drawing/2014/main" id="{B37A04F8-C082-E756-BA69-E85BD1F92C9E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" name="Google Shape;152;p13">
              <a:extLst>
                <a:ext uri="{FF2B5EF4-FFF2-40B4-BE49-F238E27FC236}">
                  <a16:creationId xmlns:a16="http://schemas.microsoft.com/office/drawing/2014/main" id="{FF1367CF-F9CA-EDE5-20A2-F786860F38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0" y="-156767"/>
              <a:ext cx="795475" cy="1494515"/>
              <a:chOff x="0" y="-47625"/>
              <a:chExt cx="241661" cy="454025"/>
            </a:xfrm>
          </p:grpSpPr>
          <p:sp>
            <p:nvSpPr>
              <p:cNvPr id="45" name="Google Shape;153;p13">
                <a:extLst>
                  <a:ext uri="{FF2B5EF4-FFF2-40B4-BE49-F238E27FC236}">
                    <a16:creationId xmlns:a16="http://schemas.microsoft.com/office/drawing/2014/main" id="{148828EC-11FC-3AF7-3DC4-5BAD5D0E5F9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46" name="Google Shape;154;p13">
                <a:extLst>
                  <a:ext uri="{FF2B5EF4-FFF2-40B4-BE49-F238E27FC236}">
                    <a16:creationId xmlns:a16="http://schemas.microsoft.com/office/drawing/2014/main" id="{F57EF31D-AE2A-7764-ACC5-20B567AB5B30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883566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 invX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80C88B9F-8B62-7D6B-BA46-9A7FDF483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522602" y="-1542134"/>
            <a:ext cx="4098798" cy="9144001"/>
          </a:xfrm>
          <a:prstGeom prst="rect">
            <a:avLst/>
          </a:prstGeom>
        </p:spPr>
      </p:pic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312BFECF-1F0C-34D0-EAC8-D0F4CE65E7EB}"/>
              </a:ext>
            </a:extLst>
          </p:cNvPr>
          <p:cNvSpPr/>
          <p:nvPr/>
        </p:nvSpPr>
        <p:spPr>
          <a:xfrm rot="1329090">
            <a:off x="6824637" y="3208388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FE3104C-E45B-1E24-A44F-F7A78C586659}"/>
              </a:ext>
            </a:extLst>
          </p:cNvPr>
          <p:cNvSpPr/>
          <p:nvPr/>
        </p:nvSpPr>
        <p:spPr>
          <a:xfrm>
            <a:off x="7473395" y="1044700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78DCBD-F751-D826-A2CD-E61413E1A6CC}"/>
              </a:ext>
            </a:extLst>
          </p:cNvPr>
          <p:cNvSpPr txBox="1"/>
          <p:nvPr/>
        </p:nvSpPr>
        <p:spPr>
          <a:xfrm>
            <a:off x="3961180" y="221600"/>
            <a:ext cx="54283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Products and Market Performance</a:t>
            </a:r>
            <a:endParaRPr lang="en-US" sz="2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105127-9EE6-648A-C130-ECBBC6EE4C92}"/>
              </a:ext>
            </a:extLst>
          </p:cNvPr>
          <p:cNvSpPr txBox="1"/>
          <p:nvPr/>
        </p:nvSpPr>
        <p:spPr>
          <a:xfrm>
            <a:off x="557231" y="1750068"/>
            <a:ext cx="7526633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just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500" b="0" kern="1200" dirty="0">
                <a:solidFill>
                  <a:srgbClr val="CCCCCC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🗯</a:t>
            </a:r>
            <a:r>
              <a:rPr lang="en-US" sz="1500" b="0" kern="1200" dirty="0">
                <a:solidFill>
                  <a:srgbClr val="DBF4E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500" b="0" kern="1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Eyesec has been actively developing cybersecurity solutions, along with Website Design and Development, App development, </a:t>
            </a:r>
            <a:r>
              <a:rPr lang="en-US" sz="1500" b="0" kern="1200" dirty="0">
                <a:solidFill>
                  <a:srgbClr val="F2F2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sz="1500" b="0" kern="1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and services. </a:t>
            </a:r>
            <a:endParaRPr lang="en-US" sz="15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 rtl="0" eaLnBrk="1" latinLnBrk="0" hangingPunct="1">
              <a:spcBef>
                <a:spcPts val="0"/>
              </a:spcBef>
              <a:spcAft>
                <a:spcPts val="0"/>
              </a:spcAft>
            </a:pPr>
            <a:endParaRPr lang="en-US" sz="1500" b="0" kern="120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 rtl="0" eaLnBrk="1" latinLnBrk="0" hangingPunct="1">
              <a:spcBef>
                <a:spcPts val="0"/>
              </a:spcBef>
              <a:spcAft>
                <a:spcPts val="0"/>
              </a:spcAft>
            </a:pPr>
            <a:br>
              <a:rPr lang="en-US" sz="1500" b="0" kern="1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b="0" kern="1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0" kern="1200" dirty="0">
                <a:solidFill>
                  <a:srgbClr val="CCCCCC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🗯</a:t>
            </a:r>
            <a:r>
              <a:rPr lang="en-US" sz="1500" b="0" kern="1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company has shown strong growth in the EdTech sector, successfully training over 1000+ resources and conducting 100+ workshops. </a:t>
            </a:r>
            <a:endParaRPr lang="en-US" sz="15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 rtl="0" eaLnBrk="1" latinLnBrk="0" hangingPunct="1">
              <a:spcBef>
                <a:spcPts val="0"/>
              </a:spcBef>
              <a:spcAft>
                <a:spcPts val="0"/>
              </a:spcAft>
            </a:pPr>
            <a:endParaRPr lang="en-US" sz="1500" b="0" kern="120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 rtl="0" eaLnBrk="1" latinLnBrk="0" hangingPunct="1">
              <a:spcBef>
                <a:spcPts val="0"/>
              </a:spcBef>
              <a:spcAft>
                <a:spcPts val="0"/>
              </a:spcAft>
            </a:pPr>
            <a:br>
              <a:rPr lang="en-US" sz="1500" b="0" kern="1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b="0" kern="1200" dirty="0">
                <a:solidFill>
                  <a:srgbClr val="CCCCCC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🗯</a:t>
            </a:r>
            <a:r>
              <a:rPr lang="en-US" sz="1500" b="0" kern="1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Eyesec is currently working on real-time projects and innovative products that will enhance cybersecurity and digital solutions.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1" name="Google Shape;145;p13">
            <a:extLst>
              <a:ext uri="{FF2B5EF4-FFF2-40B4-BE49-F238E27FC236}">
                <a16:creationId xmlns:a16="http://schemas.microsoft.com/office/drawing/2014/main" id="{4889C457-8EA4-9A4A-9B9B-769E108E4024}"/>
              </a:ext>
            </a:extLst>
          </p:cNvPr>
          <p:cNvGrpSpPr/>
          <p:nvPr/>
        </p:nvGrpSpPr>
        <p:grpSpPr>
          <a:xfrm>
            <a:off x="7473395" y="4556914"/>
            <a:ext cx="1322288" cy="488347"/>
            <a:chOff x="0" y="-156767"/>
            <a:chExt cx="2965875" cy="1494515"/>
          </a:xfrm>
        </p:grpSpPr>
        <p:grpSp>
          <p:nvGrpSpPr>
            <p:cNvPr id="42" name="Google Shape;146;p13">
              <a:extLst>
                <a:ext uri="{FF2B5EF4-FFF2-40B4-BE49-F238E27FC236}">
                  <a16:creationId xmlns:a16="http://schemas.microsoft.com/office/drawing/2014/main" id="{C0419432-A0A2-D7C3-8F7D-57480ECC4E15}"/>
                </a:ext>
              </a:extLst>
            </p:cNvPr>
            <p:cNvGrpSpPr/>
            <p:nvPr/>
          </p:nvGrpSpPr>
          <p:grpSpPr>
            <a:xfrm>
              <a:off x="2170400" y="-156767"/>
              <a:ext cx="795475" cy="1494515"/>
              <a:chOff x="0" y="-47625"/>
              <a:chExt cx="241661" cy="454025"/>
            </a:xfrm>
          </p:grpSpPr>
          <p:sp>
            <p:nvSpPr>
              <p:cNvPr id="49" name="Google Shape;147;p13">
                <a:extLst>
                  <a:ext uri="{FF2B5EF4-FFF2-40B4-BE49-F238E27FC236}">
                    <a16:creationId xmlns:a16="http://schemas.microsoft.com/office/drawing/2014/main" id="{F7AE9391-BEB1-166D-1BCB-49CA8003EB64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50" name="Google Shape;148;p13">
                <a:extLst>
                  <a:ext uri="{FF2B5EF4-FFF2-40B4-BE49-F238E27FC236}">
                    <a16:creationId xmlns:a16="http://schemas.microsoft.com/office/drawing/2014/main" id="{B3E1E1A6-EBBC-9E16-88DB-43F9F254A5D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  <p:grpSp>
          <p:nvGrpSpPr>
            <p:cNvPr id="43" name="Google Shape;149;p13">
              <a:extLst>
                <a:ext uri="{FF2B5EF4-FFF2-40B4-BE49-F238E27FC236}">
                  <a16:creationId xmlns:a16="http://schemas.microsoft.com/office/drawing/2014/main" id="{4CD51AFA-D38E-2822-A7E5-84F726D8E567}"/>
                </a:ext>
              </a:extLst>
            </p:cNvPr>
            <p:cNvGrpSpPr/>
            <p:nvPr/>
          </p:nvGrpSpPr>
          <p:grpSpPr>
            <a:xfrm>
              <a:off x="1085200" y="-156767"/>
              <a:ext cx="795475" cy="1494515"/>
              <a:chOff x="0" y="-47625"/>
              <a:chExt cx="241661" cy="454025"/>
            </a:xfrm>
          </p:grpSpPr>
          <p:sp>
            <p:nvSpPr>
              <p:cNvPr id="47" name="Google Shape;150;p13">
                <a:extLst>
                  <a:ext uri="{FF2B5EF4-FFF2-40B4-BE49-F238E27FC236}">
                    <a16:creationId xmlns:a16="http://schemas.microsoft.com/office/drawing/2014/main" id="{DAE0BD71-26DC-B559-BB1F-3AAD699EC645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48" name="Google Shape;151;p13">
                <a:extLst>
                  <a:ext uri="{FF2B5EF4-FFF2-40B4-BE49-F238E27FC236}">
                    <a16:creationId xmlns:a16="http://schemas.microsoft.com/office/drawing/2014/main" id="{B37A04F8-C082-E756-BA69-E85BD1F92C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  <p:grpSp>
          <p:nvGrpSpPr>
            <p:cNvPr id="44" name="Google Shape;152;p13">
              <a:extLst>
                <a:ext uri="{FF2B5EF4-FFF2-40B4-BE49-F238E27FC236}">
                  <a16:creationId xmlns:a16="http://schemas.microsoft.com/office/drawing/2014/main" id="{FF1367CF-F9CA-EDE5-20A2-F786860F38D9}"/>
                </a:ext>
              </a:extLst>
            </p:cNvPr>
            <p:cNvGrpSpPr/>
            <p:nvPr/>
          </p:nvGrpSpPr>
          <p:grpSpPr>
            <a:xfrm>
              <a:off x="0" y="-156767"/>
              <a:ext cx="795475" cy="1494515"/>
              <a:chOff x="0" y="-47625"/>
              <a:chExt cx="241661" cy="454025"/>
            </a:xfrm>
          </p:grpSpPr>
          <p:sp>
            <p:nvSpPr>
              <p:cNvPr id="45" name="Google Shape;153;p13">
                <a:extLst>
                  <a:ext uri="{FF2B5EF4-FFF2-40B4-BE49-F238E27FC236}">
                    <a16:creationId xmlns:a16="http://schemas.microsoft.com/office/drawing/2014/main" id="{148828EC-11FC-3AF7-3DC4-5BAD5D0E5F94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46" name="Google Shape;154;p13">
                <a:extLst>
                  <a:ext uri="{FF2B5EF4-FFF2-40B4-BE49-F238E27FC236}">
                    <a16:creationId xmlns:a16="http://schemas.microsoft.com/office/drawing/2014/main" id="{F57EF31D-AE2A-7764-ACC5-20B567AB5B3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90087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 invX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02FA33D-FE53-03A8-0A22-F6A18B0B6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82348" y="-1518150"/>
            <a:ext cx="4179303" cy="9144001"/>
          </a:xfrm>
          <a:prstGeom prst="rect">
            <a:avLst/>
          </a:prstGeom>
        </p:spPr>
      </p:pic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1F6B3EB1-7145-E295-3274-16218E6F27BD}"/>
              </a:ext>
            </a:extLst>
          </p:cNvPr>
          <p:cNvSpPr/>
          <p:nvPr/>
        </p:nvSpPr>
        <p:spPr>
          <a:xfrm rot="1329090">
            <a:off x="6824637" y="3208388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658CB17A-9D46-7051-14F9-A2F272A32A18}"/>
              </a:ext>
            </a:extLst>
          </p:cNvPr>
          <p:cNvSpPr/>
          <p:nvPr/>
        </p:nvSpPr>
        <p:spPr>
          <a:xfrm>
            <a:off x="7473395" y="1044700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grpSp>
        <p:nvGrpSpPr>
          <p:cNvPr id="6" name="Google Shape;145;p13">
            <a:extLst>
              <a:ext uri="{FF2B5EF4-FFF2-40B4-BE49-F238E27FC236}">
                <a16:creationId xmlns:a16="http://schemas.microsoft.com/office/drawing/2014/main" id="{D547D4C8-2DFF-79E8-23F8-D173A8A8EB5A}"/>
              </a:ext>
            </a:extLst>
          </p:cNvPr>
          <p:cNvGrpSpPr/>
          <p:nvPr/>
        </p:nvGrpSpPr>
        <p:grpSpPr>
          <a:xfrm>
            <a:off x="7473395" y="4556914"/>
            <a:ext cx="1322288" cy="488347"/>
            <a:chOff x="0" y="-156767"/>
            <a:chExt cx="2965875" cy="1494515"/>
          </a:xfrm>
        </p:grpSpPr>
        <p:sp>
          <p:nvSpPr>
            <p:cNvPr id="27" name="Google Shape;147;p13">
              <a:extLst>
                <a:ext uri="{FF2B5EF4-FFF2-40B4-BE49-F238E27FC236}">
                  <a16:creationId xmlns:a16="http://schemas.microsoft.com/office/drawing/2014/main" id="{F6910082-D23D-55CE-6FA7-57D377E2D25D}"/>
                </a:ext>
              </a:extLst>
            </p:cNvPr>
            <p:cNvSpPr/>
            <p:nvPr/>
          </p:nvSpPr>
          <p:spPr>
            <a:xfrm>
              <a:off x="2170400" y="0"/>
              <a:ext cx="795475" cy="1337748"/>
            </a:xfrm>
            <a:custGeom>
              <a:avLst/>
              <a:gdLst/>
              <a:ahLst/>
              <a:cxnLst/>
              <a:rect l="l" t="t" r="r" b="b"/>
              <a:pathLst>
                <a:path w="241661" h="406400" extrusionOk="0">
                  <a:moveTo>
                    <a:pt x="3846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8461" y="406400"/>
                  </a:lnTo>
                  <a:lnTo>
                    <a:pt x="241661" y="203200"/>
                  </a:lnTo>
                  <a:lnTo>
                    <a:pt x="38461" y="0"/>
                  </a:lnTo>
                  <a:close/>
                </a:path>
              </a:pathLst>
            </a:custGeom>
            <a:solidFill>
              <a:srgbClr val="FFFE00"/>
            </a:solidFill>
            <a:ln>
              <a:noFill/>
            </a:ln>
          </p:spPr>
        </p:sp>
        <p:grpSp>
          <p:nvGrpSpPr>
            <p:cNvPr id="8" name="Google Shape;149;p13">
              <a:extLst>
                <a:ext uri="{FF2B5EF4-FFF2-40B4-BE49-F238E27FC236}">
                  <a16:creationId xmlns:a16="http://schemas.microsoft.com/office/drawing/2014/main" id="{2FB67DF8-D62C-76BB-09CF-687D041FEDED}"/>
                </a:ext>
              </a:extLst>
            </p:cNvPr>
            <p:cNvGrpSpPr/>
            <p:nvPr/>
          </p:nvGrpSpPr>
          <p:grpSpPr>
            <a:xfrm>
              <a:off x="1085200" y="-156767"/>
              <a:ext cx="795475" cy="1494515"/>
              <a:chOff x="0" y="-47625"/>
              <a:chExt cx="241661" cy="454025"/>
            </a:xfrm>
          </p:grpSpPr>
          <p:sp>
            <p:nvSpPr>
              <p:cNvPr id="24" name="Google Shape;150;p13">
                <a:extLst>
                  <a:ext uri="{FF2B5EF4-FFF2-40B4-BE49-F238E27FC236}">
                    <a16:creationId xmlns:a16="http://schemas.microsoft.com/office/drawing/2014/main" id="{89F8BED2-0CEC-0493-7835-FDCD7BCA27ED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25" name="Google Shape;151;p13">
                <a:extLst>
                  <a:ext uri="{FF2B5EF4-FFF2-40B4-BE49-F238E27FC236}">
                    <a16:creationId xmlns:a16="http://schemas.microsoft.com/office/drawing/2014/main" id="{374AF7A9-8AF4-794C-0478-6079C7142A7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" name="Google Shape;152;p13">
              <a:extLst>
                <a:ext uri="{FF2B5EF4-FFF2-40B4-BE49-F238E27FC236}">
                  <a16:creationId xmlns:a16="http://schemas.microsoft.com/office/drawing/2014/main" id="{1E9F256A-356A-173E-34CC-8451A8431EE8}"/>
                </a:ext>
              </a:extLst>
            </p:cNvPr>
            <p:cNvGrpSpPr/>
            <p:nvPr/>
          </p:nvGrpSpPr>
          <p:grpSpPr>
            <a:xfrm>
              <a:off x="0" y="-156767"/>
              <a:ext cx="795475" cy="1494515"/>
              <a:chOff x="0" y="-47625"/>
              <a:chExt cx="241661" cy="454025"/>
            </a:xfrm>
          </p:grpSpPr>
          <p:sp>
            <p:nvSpPr>
              <p:cNvPr id="21" name="Google Shape;153;p13">
                <a:extLst>
                  <a:ext uri="{FF2B5EF4-FFF2-40B4-BE49-F238E27FC236}">
                    <a16:creationId xmlns:a16="http://schemas.microsoft.com/office/drawing/2014/main" id="{4C10B6B6-E00E-FE48-0966-180553563506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23" name="Google Shape;154;p13">
                <a:extLst>
                  <a:ext uri="{FF2B5EF4-FFF2-40B4-BE49-F238E27FC236}">
                    <a16:creationId xmlns:a16="http://schemas.microsoft.com/office/drawing/2014/main" id="{F673EE73-CE3B-09B4-3EE0-2A438300C4F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146619A-66B2-ECB6-6D67-3C405843A028}"/>
              </a:ext>
            </a:extLst>
          </p:cNvPr>
          <p:cNvSpPr txBox="1"/>
          <p:nvPr/>
        </p:nvSpPr>
        <p:spPr>
          <a:xfrm>
            <a:off x="5108658" y="231451"/>
            <a:ext cx="54387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spc="-1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Web</a:t>
            </a:r>
            <a:r>
              <a:rPr lang="en-US" sz="2400" spc="-7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Penetration</a:t>
            </a:r>
            <a:r>
              <a:rPr lang="en-US" sz="2400" spc="-85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Tester </a:t>
            </a:r>
            <a:r>
              <a:rPr lang="en-US" sz="1400" spc="-1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(OTJ-1)</a:t>
            </a:r>
            <a:endParaRPr lang="en-US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27692F-9D4E-1AAB-2A89-FE298F9CC391}"/>
              </a:ext>
            </a:extLst>
          </p:cNvPr>
          <p:cNvSpPr txBox="1"/>
          <p:nvPr/>
        </p:nvSpPr>
        <p:spPr>
          <a:xfrm>
            <a:off x="941284" y="1525332"/>
            <a:ext cx="67190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Web Penetration Testers (Ethical Hackers) find and fix security problems in websites, apps and services.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5E60A7-9841-3AFA-9CE0-B275CF52BE87}"/>
              </a:ext>
            </a:extLst>
          </p:cNvPr>
          <p:cNvSpPr txBox="1"/>
          <p:nvPr/>
        </p:nvSpPr>
        <p:spPr>
          <a:xfrm>
            <a:off x="243971" y="2381941"/>
            <a:ext cx="8451064" cy="18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u="sng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Responsibilities</a:t>
            </a:r>
            <a:r>
              <a:rPr lang="en-US" sz="1600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</a:p>
          <a:p>
            <a:pPr algn="just"/>
            <a:endParaRPr lang="en-US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Websites :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 to break login systems, forms, and other features to find weak spots.</a:t>
            </a: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Security Flaws :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 SQL Injection, XSS, CSRF, and wrong settings.</a:t>
            </a: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Issues :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clear reports showing what’s wrong and how to fix it.</a:t>
            </a: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Stay Updated</a:t>
            </a: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Always learning about new hacking tricks and tools.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737498-2C92-BA68-C797-A60D03F10931}"/>
              </a:ext>
            </a:extLst>
          </p:cNvPr>
          <p:cNvSpPr txBox="1"/>
          <p:nvPr/>
        </p:nvSpPr>
        <p:spPr>
          <a:xfrm>
            <a:off x="170586" y="996891"/>
            <a:ext cx="5448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Overview of  </a:t>
            </a:r>
            <a:r>
              <a:rPr 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Web Penetration Tester </a:t>
            </a:r>
            <a:r>
              <a:rPr lang="en-US" b="1" dirty="0">
                <a:solidFill>
                  <a:srgbClr val="FE92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5648413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 invX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02FA33D-FE53-03A8-0A22-F6A18B0B6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82348" y="-1493918"/>
            <a:ext cx="4179303" cy="9144001"/>
          </a:xfrm>
          <a:prstGeom prst="rect">
            <a:avLst/>
          </a:prstGeom>
        </p:spPr>
      </p:pic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1F6B3EB1-7145-E295-3274-16218E6F27BD}"/>
              </a:ext>
            </a:extLst>
          </p:cNvPr>
          <p:cNvSpPr/>
          <p:nvPr/>
        </p:nvSpPr>
        <p:spPr>
          <a:xfrm rot="1329090">
            <a:off x="6824637" y="3208388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658CB17A-9D46-7051-14F9-A2F272A32A18}"/>
              </a:ext>
            </a:extLst>
          </p:cNvPr>
          <p:cNvSpPr/>
          <p:nvPr/>
        </p:nvSpPr>
        <p:spPr>
          <a:xfrm>
            <a:off x="7473395" y="1044700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grpSp>
        <p:nvGrpSpPr>
          <p:cNvPr id="6" name="Google Shape;145;p13">
            <a:extLst>
              <a:ext uri="{FF2B5EF4-FFF2-40B4-BE49-F238E27FC236}">
                <a16:creationId xmlns:a16="http://schemas.microsoft.com/office/drawing/2014/main" id="{D547D4C8-2DFF-79E8-23F8-D173A8A8EB5A}"/>
              </a:ext>
            </a:extLst>
          </p:cNvPr>
          <p:cNvGrpSpPr/>
          <p:nvPr/>
        </p:nvGrpSpPr>
        <p:grpSpPr>
          <a:xfrm>
            <a:off x="7715913" y="4556913"/>
            <a:ext cx="1322288" cy="488347"/>
            <a:chOff x="0" y="-156767"/>
            <a:chExt cx="2965875" cy="1494515"/>
          </a:xfrm>
        </p:grpSpPr>
        <p:sp>
          <p:nvSpPr>
            <p:cNvPr id="27" name="Google Shape;147;p13">
              <a:extLst>
                <a:ext uri="{FF2B5EF4-FFF2-40B4-BE49-F238E27FC236}">
                  <a16:creationId xmlns:a16="http://schemas.microsoft.com/office/drawing/2014/main" id="{F6910082-D23D-55CE-6FA7-57D377E2D25D}"/>
                </a:ext>
              </a:extLst>
            </p:cNvPr>
            <p:cNvSpPr/>
            <p:nvPr/>
          </p:nvSpPr>
          <p:spPr>
            <a:xfrm>
              <a:off x="2170400" y="0"/>
              <a:ext cx="795475" cy="1337748"/>
            </a:xfrm>
            <a:custGeom>
              <a:avLst/>
              <a:gdLst/>
              <a:ahLst/>
              <a:cxnLst/>
              <a:rect l="l" t="t" r="r" b="b"/>
              <a:pathLst>
                <a:path w="241661" h="406400" extrusionOk="0">
                  <a:moveTo>
                    <a:pt x="3846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8461" y="406400"/>
                  </a:lnTo>
                  <a:lnTo>
                    <a:pt x="241661" y="203200"/>
                  </a:lnTo>
                  <a:lnTo>
                    <a:pt x="38461" y="0"/>
                  </a:lnTo>
                  <a:close/>
                </a:path>
              </a:pathLst>
            </a:custGeom>
            <a:solidFill>
              <a:srgbClr val="FFFE00"/>
            </a:solidFill>
            <a:ln>
              <a:noFill/>
            </a:ln>
          </p:spPr>
        </p:sp>
        <p:grpSp>
          <p:nvGrpSpPr>
            <p:cNvPr id="8" name="Google Shape;149;p13">
              <a:extLst>
                <a:ext uri="{FF2B5EF4-FFF2-40B4-BE49-F238E27FC236}">
                  <a16:creationId xmlns:a16="http://schemas.microsoft.com/office/drawing/2014/main" id="{2FB67DF8-D62C-76BB-09CF-687D041FEDED}"/>
                </a:ext>
              </a:extLst>
            </p:cNvPr>
            <p:cNvGrpSpPr/>
            <p:nvPr/>
          </p:nvGrpSpPr>
          <p:grpSpPr>
            <a:xfrm>
              <a:off x="1085200" y="-156767"/>
              <a:ext cx="795475" cy="1494515"/>
              <a:chOff x="0" y="-47625"/>
              <a:chExt cx="241661" cy="454025"/>
            </a:xfrm>
          </p:grpSpPr>
          <p:sp>
            <p:nvSpPr>
              <p:cNvPr id="24" name="Google Shape;150;p13">
                <a:extLst>
                  <a:ext uri="{FF2B5EF4-FFF2-40B4-BE49-F238E27FC236}">
                    <a16:creationId xmlns:a16="http://schemas.microsoft.com/office/drawing/2014/main" id="{89F8BED2-0CEC-0493-7835-FDCD7BCA27ED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25" name="Google Shape;151;p13">
                <a:extLst>
                  <a:ext uri="{FF2B5EF4-FFF2-40B4-BE49-F238E27FC236}">
                    <a16:creationId xmlns:a16="http://schemas.microsoft.com/office/drawing/2014/main" id="{374AF7A9-8AF4-794C-0478-6079C7142A7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" name="Google Shape;152;p13">
              <a:extLst>
                <a:ext uri="{FF2B5EF4-FFF2-40B4-BE49-F238E27FC236}">
                  <a16:creationId xmlns:a16="http://schemas.microsoft.com/office/drawing/2014/main" id="{1E9F256A-356A-173E-34CC-8451A8431EE8}"/>
                </a:ext>
              </a:extLst>
            </p:cNvPr>
            <p:cNvGrpSpPr/>
            <p:nvPr/>
          </p:nvGrpSpPr>
          <p:grpSpPr>
            <a:xfrm>
              <a:off x="0" y="-156767"/>
              <a:ext cx="795475" cy="1494515"/>
              <a:chOff x="0" y="-47625"/>
              <a:chExt cx="241661" cy="454025"/>
            </a:xfrm>
          </p:grpSpPr>
          <p:sp>
            <p:nvSpPr>
              <p:cNvPr id="21" name="Google Shape;153;p13">
                <a:extLst>
                  <a:ext uri="{FF2B5EF4-FFF2-40B4-BE49-F238E27FC236}">
                    <a16:creationId xmlns:a16="http://schemas.microsoft.com/office/drawing/2014/main" id="{4C10B6B6-E00E-FE48-0966-180553563506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23" name="Google Shape;154;p13">
                <a:extLst>
                  <a:ext uri="{FF2B5EF4-FFF2-40B4-BE49-F238E27FC236}">
                    <a16:creationId xmlns:a16="http://schemas.microsoft.com/office/drawing/2014/main" id="{F673EE73-CE3B-09B4-3EE0-2A438300C4F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146619A-66B2-ECB6-6D67-3C405843A028}"/>
              </a:ext>
            </a:extLst>
          </p:cNvPr>
          <p:cNvSpPr txBox="1"/>
          <p:nvPr/>
        </p:nvSpPr>
        <p:spPr>
          <a:xfrm>
            <a:off x="5108658" y="231451"/>
            <a:ext cx="54387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spc="-1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Web</a:t>
            </a:r>
            <a:r>
              <a:rPr lang="en-US" sz="2400" spc="-7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Penetration</a:t>
            </a:r>
            <a:r>
              <a:rPr lang="en-US" sz="2400" spc="-85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Tester </a:t>
            </a:r>
            <a:r>
              <a:rPr lang="en-US" sz="1400" spc="-1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(OTJ-1)</a:t>
            </a:r>
            <a:endParaRPr lang="en-US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5E60A7-9841-3AFA-9CE0-B275CF52BE87}"/>
              </a:ext>
            </a:extLst>
          </p:cNvPr>
          <p:cNvSpPr txBox="1"/>
          <p:nvPr/>
        </p:nvSpPr>
        <p:spPr>
          <a:xfrm>
            <a:off x="327025" y="1019762"/>
            <a:ext cx="8451064" cy="2161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u="sng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Required Skills</a:t>
            </a:r>
            <a:r>
              <a:rPr lang="en-US" sz="1600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</a:p>
          <a:p>
            <a:pPr algn="just"/>
            <a:endParaRPr lang="en-US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: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Python, JavaScript, PHP, Web frameworks.</a:t>
            </a: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Tools :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Burp Suite, OWASP ZAP, Metasploit, Wireshark.</a:t>
            </a: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Technologies :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HTTP, APIs, Databases (SQL, NoSQL).</a:t>
            </a: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Problem-Solving :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and fix security flaws.</a:t>
            </a: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Certifications (Preferred) :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CEH, OSCP, GIAC.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ABCAF9-F484-2BE2-237A-48CC7DFBEF57}"/>
              </a:ext>
            </a:extLst>
          </p:cNvPr>
          <p:cNvSpPr txBox="1"/>
          <p:nvPr/>
        </p:nvSpPr>
        <p:spPr>
          <a:xfrm>
            <a:off x="242901" y="3452783"/>
            <a:ext cx="78498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u="sng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Career Path &amp; Tools</a:t>
            </a:r>
            <a:r>
              <a:rPr lang="en-US" sz="1600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BEE870-46A0-BE4E-E15D-6ED60FF9B78B}"/>
              </a:ext>
            </a:extLst>
          </p:cNvPr>
          <p:cNvSpPr txBox="1"/>
          <p:nvPr/>
        </p:nvSpPr>
        <p:spPr>
          <a:xfrm>
            <a:off x="653159" y="3707005"/>
            <a:ext cx="7378831" cy="1094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Career Path : </a:t>
            </a:r>
            <a:endParaRPr lang="en-US" sz="15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Junior Penetration Tester  →   Web Security Analyst    →     Senior Penetration Tester →        Security Consultant/Manager.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066018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 invX="1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D99915-B221-403F-6664-C6FC62945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84821" y="-1515681"/>
            <a:ext cx="4174358" cy="914400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5C82DF0-6B91-9007-69DB-3B33F0B4543A}"/>
              </a:ext>
            </a:extLst>
          </p:cNvPr>
          <p:cNvSpPr txBox="1"/>
          <p:nvPr/>
        </p:nvSpPr>
        <p:spPr>
          <a:xfrm>
            <a:off x="958812" y="1261978"/>
            <a:ext cx="7226375" cy="2505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u="sng" dirty="0">
                <a:solidFill>
                  <a:srgbClr val="FE92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Popular Tools</a:t>
            </a:r>
            <a:r>
              <a:rPr lang="en-US" sz="1600" dirty="0">
                <a:solidFill>
                  <a:srgbClr val="FE92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Burp Suite :   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app security testing.</a:t>
            </a:r>
          </a:p>
          <a:p>
            <a:pPr marL="742950" lvl="1" indent="-285750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ZAP :  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vulnerability scanner.</a:t>
            </a:r>
          </a:p>
          <a:p>
            <a:pPr marL="742950" lvl="1" indent="-285750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SQL-map :    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 detection and exploitation.</a:t>
            </a:r>
          </a:p>
          <a:p>
            <a:pPr marL="742950" lvl="1" indent="-285750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Metasploit :  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 for exploiting vulnerabilities.</a:t>
            </a:r>
          </a:p>
          <a:p>
            <a:pPr marL="742950" lvl="1" indent="-285750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Nmap,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Nikto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Scanning networks and web servers.</a:t>
            </a:r>
          </a:p>
          <a:p>
            <a:pPr marL="742950" lvl="1" indent="-285750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Hydra, Dirb, Go-buster :  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Brute-forcing and directory scanning</a:t>
            </a: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7E64B6-6501-9F5F-EC9F-D6DC8E97AC08}"/>
              </a:ext>
            </a:extLst>
          </p:cNvPr>
          <p:cNvSpPr txBox="1"/>
          <p:nvPr/>
        </p:nvSpPr>
        <p:spPr>
          <a:xfrm>
            <a:off x="5108658" y="231451"/>
            <a:ext cx="54387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spc="-1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Web</a:t>
            </a:r>
            <a:r>
              <a:rPr lang="en-US" sz="2400" spc="-7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Penetration</a:t>
            </a:r>
            <a:r>
              <a:rPr lang="en-US" sz="2400" spc="-85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Tester </a:t>
            </a:r>
            <a:r>
              <a:rPr lang="en-US" sz="1400" spc="-1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(OTJ-1)</a:t>
            </a:r>
            <a:endParaRPr lang="en-US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7D307C67-223B-047B-E24D-E04DB34DE785}"/>
              </a:ext>
            </a:extLst>
          </p:cNvPr>
          <p:cNvSpPr/>
          <p:nvPr/>
        </p:nvSpPr>
        <p:spPr>
          <a:xfrm rot="1329090">
            <a:off x="6824637" y="3208388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DE01C8A3-BD2D-1D66-A4A2-56A57DD6CBBB}"/>
              </a:ext>
            </a:extLst>
          </p:cNvPr>
          <p:cNvSpPr/>
          <p:nvPr/>
        </p:nvSpPr>
        <p:spPr>
          <a:xfrm>
            <a:off x="7473395" y="1044700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grpSp>
        <p:nvGrpSpPr>
          <p:cNvPr id="10" name="Google Shape;145;p13">
            <a:extLst>
              <a:ext uri="{FF2B5EF4-FFF2-40B4-BE49-F238E27FC236}">
                <a16:creationId xmlns:a16="http://schemas.microsoft.com/office/drawing/2014/main" id="{311968B8-BC41-A062-EA29-969B50C8054C}"/>
              </a:ext>
            </a:extLst>
          </p:cNvPr>
          <p:cNvGrpSpPr/>
          <p:nvPr/>
        </p:nvGrpSpPr>
        <p:grpSpPr>
          <a:xfrm>
            <a:off x="7473395" y="4556914"/>
            <a:ext cx="1322288" cy="488347"/>
            <a:chOff x="0" y="-156767"/>
            <a:chExt cx="2965875" cy="1494515"/>
          </a:xfrm>
        </p:grpSpPr>
        <p:grpSp>
          <p:nvGrpSpPr>
            <p:cNvPr id="11" name="Google Shape;146;p13">
              <a:extLst>
                <a:ext uri="{FF2B5EF4-FFF2-40B4-BE49-F238E27FC236}">
                  <a16:creationId xmlns:a16="http://schemas.microsoft.com/office/drawing/2014/main" id="{B2E01D0E-AEAF-C645-53E2-3473C6D7AEA9}"/>
                </a:ext>
              </a:extLst>
            </p:cNvPr>
            <p:cNvGrpSpPr/>
            <p:nvPr/>
          </p:nvGrpSpPr>
          <p:grpSpPr>
            <a:xfrm>
              <a:off x="2170400" y="-156767"/>
              <a:ext cx="795475" cy="1494515"/>
              <a:chOff x="0" y="-47625"/>
              <a:chExt cx="241661" cy="454025"/>
            </a:xfrm>
          </p:grpSpPr>
          <p:sp>
            <p:nvSpPr>
              <p:cNvPr id="18" name="Google Shape;147;p13">
                <a:extLst>
                  <a:ext uri="{FF2B5EF4-FFF2-40B4-BE49-F238E27FC236}">
                    <a16:creationId xmlns:a16="http://schemas.microsoft.com/office/drawing/2014/main" id="{B02FB0A1-0893-ED39-AC91-B5CE19115EF0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19" name="Google Shape;148;p13">
                <a:extLst>
                  <a:ext uri="{FF2B5EF4-FFF2-40B4-BE49-F238E27FC236}">
                    <a16:creationId xmlns:a16="http://schemas.microsoft.com/office/drawing/2014/main" id="{BB35F48A-9D6B-284C-C21B-15CC0E0BCED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" name="Google Shape;149;p13">
              <a:extLst>
                <a:ext uri="{FF2B5EF4-FFF2-40B4-BE49-F238E27FC236}">
                  <a16:creationId xmlns:a16="http://schemas.microsoft.com/office/drawing/2014/main" id="{A9B28A6A-F224-C705-6808-9F0C5B2C4AE2}"/>
                </a:ext>
              </a:extLst>
            </p:cNvPr>
            <p:cNvGrpSpPr/>
            <p:nvPr/>
          </p:nvGrpSpPr>
          <p:grpSpPr>
            <a:xfrm>
              <a:off x="1085200" y="-156767"/>
              <a:ext cx="795475" cy="1494515"/>
              <a:chOff x="0" y="-47625"/>
              <a:chExt cx="241661" cy="454025"/>
            </a:xfrm>
          </p:grpSpPr>
          <p:sp>
            <p:nvSpPr>
              <p:cNvPr id="16" name="Google Shape;150;p13">
                <a:extLst>
                  <a:ext uri="{FF2B5EF4-FFF2-40B4-BE49-F238E27FC236}">
                    <a16:creationId xmlns:a16="http://schemas.microsoft.com/office/drawing/2014/main" id="{0BFADC2B-E13D-EB63-E8E9-F35E5865011A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17" name="Google Shape;151;p13">
                <a:extLst>
                  <a:ext uri="{FF2B5EF4-FFF2-40B4-BE49-F238E27FC236}">
                    <a16:creationId xmlns:a16="http://schemas.microsoft.com/office/drawing/2014/main" id="{2DCBA7BE-5147-0038-1F62-182AAB64009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" name="Google Shape;152;p13">
              <a:extLst>
                <a:ext uri="{FF2B5EF4-FFF2-40B4-BE49-F238E27FC236}">
                  <a16:creationId xmlns:a16="http://schemas.microsoft.com/office/drawing/2014/main" id="{D203D99A-4F46-0F5B-D62F-A3F672314437}"/>
                </a:ext>
              </a:extLst>
            </p:cNvPr>
            <p:cNvGrpSpPr/>
            <p:nvPr/>
          </p:nvGrpSpPr>
          <p:grpSpPr>
            <a:xfrm>
              <a:off x="0" y="-156767"/>
              <a:ext cx="795475" cy="1494515"/>
              <a:chOff x="0" y="-47625"/>
              <a:chExt cx="241661" cy="454025"/>
            </a:xfrm>
          </p:grpSpPr>
          <p:sp>
            <p:nvSpPr>
              <p:cNvPr id="14" name="Google Shape;153;p13">
                <a:extLst>
                  <a:ext uri="{FF2B5EF4-FFF2-40B4-BE49-F238E27FC236}">
                    <a16:creationId xmlns:a16="http://schemas.microsoft.com/office/drawing/2014/main" id="{F25A6EC4-CF9C-DE30-8979-B3623C7DFA3B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15" name="Google Shape;154;p13">
                <a:extLst>
                  <a:ext uri="{FF2B5EF4-FFF2-40B4-BE49-F238E27FC236}">
                    <a16:creationId xmlns:a16="http://schemas.microsoft.com/office/drawing/2014/main" id="{530FDC05-B133-AE35-A2D9-43D8D4F5EDD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 invX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02FA33D-FE53-03A8-0A22-F6A18B0B6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82348" y="-1518150"/>
            <a:ext cx="4179303" cy="9144001"/>
          </a:xfrm>
          <a:prstGeom prst="rect">
            <a:avLst/>
          </a:prstGeom>
        </p:spPr>
      </p:pic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1F6B3EB1-7145-E295-3274-16218E6F27BD}"/>
              </a:ext>
            </a:extLst>
          </p:cNvPr>
          <p:cNvSpPr/>
          <p:nvPr/>
        </p:nvSpPr>
        <p:spPr>
          <a:xfrm rot="1329090">
            <a:off x="6824637" y="3208388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658CB17A-9D46-7051-14F9-A2F272A32A18}"/>
              </a:ext>
            </a:extLst>
          </p:cNvPr>
          <p:cNvSpPr/>
          <p:nvPr/>
        </p:nvSpPr>
        <p:spPr>
          <a:xfrm>
            <a:off x="7473395" y="1044700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grpSp>
        <p:nvGrpSpPr>
          <p:cNvPr id="6" name="Google Shape;145;p13">
            <a:extLst>
              <a:ext uri="{FF2B5EF4-FFF2-40B4-BE49-F238E27FC236}">
                <a16:creationId xmlns:a16="http://schemas.microsoft.com/office/drawing/2014/main" id="{D547D4C8-2DFF-79E8-23F8-D173A8A8EB5A}"/>
              </a:ext>
            </a:extLst>
          </p:cNvPr>
          <p:cNvGrpSpPr/>
          <p:nvPr/>
        </p:nvGrpSpPr>
        <p:grpSpPr>
          <a:xfrm>
            <a:off x="7473395" y="4556914"/>
            <a:ext cx="1322288" cy="488347"/>
            <a:chOff x="0" y="-156767"/>
            <a:chExt cx="2965875" cy="1494515"/>
          </a:xfrm>
        </p:grpSpPr>
        <p:sp>
          <p:nvSpPr>
            <p:cNvPr id="27" name="Google Shape;147;p13">
              <a:extLst>
                <a:ext uri="{FF2B5EF4-FFF2-40B4-BE49-F238E27FC236}">
                  <a16:creationId xmlns:a16="http://schemas.microsoft.com/office/drawing/2014/main" id="{F6910082-D23D-55CE-6FA7-57D377E2D25D}"/>
                </a:ext>
              </a:extLst>
            </p:cNvPr>
            <p:cNvSpPr/>
            <p:nvPr/>
          </p:nvSpPr>
          <p:spPr>
            <a:xfrm>
              <a:off x="2170400" y="0"/>
              <a:ext cx="795475" cy="1337748"/>
            </a:xfrm>
            <a:custGeom>
              <a:avLst/>
              <a:gdLst/>
              <a:ahLst/>
              <a:cxnLst/>
              <a:rect l="l" t="t" r="r" b="b"/>
              <a:pathLst>
                <a:path w="241661" h="406400" extrusionOk="0">
                  <a:moveTo>
                    <a:pt x="3846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8461" y="406400"/>
                  </a:lnTo>
                  <a:lnTo>
                    <a:pt x="241661" y="203200"/>
                  </a:lnTo>
                  <a:lnTo>
                    <a:pt x="38461" y="0"/>
                  </a:lnTo>
                  <a:close/>
                </a:path>
              </a:pathLst>
            </a:custGeom>
            <a:solidFill>
              <a:srgbClr val="FFFE00"/>
            </a:solidFill>
            <a:ln>
              <a:noFill/>
            </a:ln>
          </p:spPr>
        </p:sp>
        <p:grpSp>
          <p:nvGrpSpPr>
            <p:cNvPr id="8" name="Google Shape;149;p13">
              <a:extLst>
                <a:ext uri="{FF2B5EF4-FFF2-40B4-BE49-F238E27FC236}">
                  <a16:creationId xmlns:a16="http://schemas.microsoft.com/office/drawing/2014/main" id="{2FB67DF8-D62C-76BB-09CF-687D041FEDED}"/>
                </a:ext>
              </a:extLst>
            </p:cNvPr>
            <p:cNvGrpSpPr/>
            <p:nvPr/>
          </p:nvGrpSpPr>
          <p:grpSpPr>
            <a:xfrm>
              <a:off x="1085200" y="-156767"/>
              <a:ext cx="795475" cy="1494515"/>
              <a:chOff x="0" y="-47625"/>
              <a:chExt cx="241661" cy="454025"/>
            </a:xfrm>
          </p:grpSpPr>
          <p:sp>
            <p:nvSpPr>
              <p:cNvPr id="24" name="Google Shape;150;p13">
                <a:extLst>
                  <a:ext uri="{FF2B5EF4-FFF2-40B4-BE49-F238E27FC236}">
                    <a16:creationId xmlns:a16="http://schemas.microsoft.com/office/drawing/2014/main" id="{89F8BED2-0CEC-0493-7835-FDCD7BCA27ED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25" name="Google Shape;151;p13">
                <a:extLst>
                  <a:ext uri="{FF2B5EF4-FFF2-40B4-BE49-F238E27FC236}">
                    <a16:creationId xmlns:a16="http://schemas.microsoft.com/office/drawing/2014/main" id="{374AF7A9-8AF4-794C-0478-6079C7142A7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" name="Google Shape;152;p13">
              <a:extLst>
                <a:ext uri="{FF2B5EF4-FFF2-40B4-BE49-F238E27FC236}">
                  <a16:creationId xmlns:a16="http://schemas.microsoft.com/office/drawing/2014/main" id="{1E9F256A-356A-173E-34CC-8451A8431EE8}"/>
                </a:ext>
              </a:extLst>
            </p:cNvPr>
            <p:cNvGrpSpPr/>
            <p:nvPr/>
          </p:nvGrpSpPr>
          <p:grpSpPr>
            <a:xfrm>
              <a:off x="0" y="-156767"/>
              <a:ext cx="795475" cy="1494515"/>
              <a:chOff x="0" y="-47625"/>
              <a:chExt cx="241661" cy="454025"/>
            </a:xfrm>
          </p:grpSpPr>
          <p:sp>
            <p:nvSpPr>
              <p:cNvPr id="21" name="Google Shape;153;p13">
                <a:extLst>
                  <a:ext uri="{FF2B5EF4-FFF2-40B4-BE49-F238E27FC236}">
                    <a16:creationId xmlns:a16="http://schemas.microsoft.com/office/drawing/2014/main" id="{4C10B6B6-E00E-FE48-0966-180553563506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23" name="Google Shape;154;p13">
                <a:extLst>
                  <a:ext uri="{FF2B5EF4-FFF2-40B4-BE49-F238E27FC236}">
                    <a16:creationId xmlns:a16="http://schemas.microsoft.com/office/drawing/2014/main" id="{F673EE73-CE3B-09B4-3EE0-2A438300C4F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146619A-66B2-ECB6-6D67-3C405843A028}"/>
              </a:ext>
            </a:extLst>
          </p:cNvPr>
          <p:cNvSpPr txBox="1"/>
          <p:nvPr/>
        </p:nvSpPr>
        <p:spPr>
          <a:xfrm>
            <a:off x="5108658" y="231451"/>
            <a:ext cx="54387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spc="-1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Cybersecurity Engineer </a:t>
            </a:r>
            <a:r>
              <a:rPr lang="en-US" sz="1400" spc="-1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(OTJ-2)</a:t>
            </a:r>
            <a:endParaRPr lang="en-US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27692F-9D4E-1AAB-2A89-FE298F9CC391}"/>
              </a:ext>
            </a:extLst>
          </p:cNvPr>
          <p:cNvSpPr txBox="1"/>
          <p:nvPr/>
        </p:nvSpPr>
        <p:spPr>
          <a:xfrm>
            <a:off x="941284" y="1525332"/>
            <a:ext cx="622670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Cybersecurity Engineers protect companies by building and maintaining secure systems.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5E60A7-9841-3AFA-9CE0-B275CF52BE87}"/>
              </a:ext>
            </a:extLst>
          </p:cNvPr>
          <p:cNvSpPr txBox="1"/>
          <p:nvPr/>
        </p:nvSpPr>
        <p:spPr>
          <a:xfrm>
            <a:off x="243971" y="2381941"/>
            <a:ext cx="8451064" cy="218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u="sng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Responsibilities</a:t>
            </a:r>
            <a:r>
              <a:rPr lang="en-US" sz="1600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</a:p>
          <a:p>
            <a:pPr algn="just"/>
            <a:endParaRPr lang="en-US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Risks :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systems for weak spots and fix them.</a:t>
            </a: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Secure Systems :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strong protections like encryption and firewalls.</a:t>
            </a: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 Incidents :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Quickly react to hacking or breaches and fix the damage.</a:t>
            </a: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Compliance :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sure everything follows rules like ISO 27001 and GDPR.</a:t>
            </a: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Simulate Attacks :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 ethical hacking to find vulnerabilities before real hackers do.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737498-2C92-BA68-C797-A60D03F10931}"/>
              </a:ext>
            </a:extLst>
          </p:cNvPr>
          <p:cNvSpPr txBox="1"/>
          <p:nvPr/>
        </p:nvSpPr>
        <p:spPr>
          <a:xfrm>
            <a:off x="170586" y="996891"/>
            <a:ext cx="5448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Overview  of   </a:t>
            </a:r>
            <a:r>
              <a:rPr 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Engineer </a:t>
            </a:r>
            <a:r>
              <a:rPr lang="en-US" b="1" dirty="0">
                <a:solidFill>
                  <a:srgbClr val="FE92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3659470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 invX="1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02FA33D-FE53-03A8-0A22-F6A18B0B6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82348" y="-1518150"/>
            <a:ext cx="4179303" cy="9144001"/>
          </a:xfrm>
          <a:prstGeom prst="rect">
            <a:avLst/>
          </a:prstGeom>
        </p:spPr>
      </p:pic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1F6B3EB1-7145-E295-3274-16218E6F27BD}"/>
              </a:ext>
            </a:extLst>
          </p:cNvPr>
          <p:cNvSpPr/>
          <p:nvPr/>
        </p:nvSpPr>
        <p:spPr>
          <a:xfrm rot="1329090">
            <a:off x="6824637" y="3208388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658CB17A-9D46-7051-14F9-A2F272A32A18}"/>
              </a:ext>
            </a:extLst>
          </p:cNvPr>
          <p:cNvSpPr/>
          <p:nvPr/>
        </p:nvSpPr>
        <p:spPr>
          <a:xfrm>
            <a:off x="7473395" y="1044700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grpSp>
        <p:nvGrpSpPr>
          <p:cNvPr id="6" name="Google Shape;145;p13">
            <a:extLst>
              <a:ext uri="{FF2B5EF4-FFF2-40B4-BE49-F238E27FC236}">
                <a16:creationId xmlns:a16="http://schemas.microsoft.com/office/drawing/2014/main" id="{D547D4C8-2DFF-79E8-23F8-D173A8A8EB5A}"/>
              </a:ext>
            </a:extLst>
          </p:cNvPr>
          <p:cNvGrpSpPr/>
          <p:nvPr/>
        </p:nvGrpSpPr>
        <p:grpSpPr>
          <a:xfrm>
            <a:off x="7715913" y="4556913"/>
            <a:ext cx="1322288" cy="488347"/>
            <a:chOff x="0" y="-156767"/>
            <a:chExt cx="2965875" cy="1494515"/>
          </a:xfrm>
        </p:grpSpPr>
        <p:sp>
          <p:nvSpPr>
            <p:cNvPr id="27" name="Google Shape;147;p13">
              <a:extLst>
                <a:ext uri="{FF2B5EF4-FFF2-40B4-BE49-F238E27FC236}">
                  <a16:creationId xmlns:a16="http://schemas.microsoft.com/office/drawing/2014/main" id="{F6910082-D23D-55CE-6FA7-57D377E2D25D}"/>
                </a:ext>
              </a:extLst>
            </p:cNvPr>
            <p:cNvSpPr/>
            <p:nvPr/>
          </p:nvSpPr>
          <p:spPr>
            <a:xfrm>
              <a:off x="2170400" y="0"/>
              <a:ext cx="795475" cy="1337748"/>
            </a:xfrm>
            <a:custGeom>
              <a:avLst/>
              <a:gdLst/>
              <a:ahLst/>
              <a:cxnLst/>
              <a:rect l="l" t="t" r="r" b="b"/>
              <a:pathLst>
                <a:path w="241661" h="406400" extrusionOk="0">
                  <a:moveTo>
                    <a:pt x="3846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8461" y="406400"/>
                  </a:lnTo>
                  <a:lnTo>
                    <a:pt x="241661" y="203200"/>
                  </a:lnTo>
                  <a:lnTo>
                    <a:pt x="38461" y="0"/>
                  </a:lnTo>
                  <a:close/>
                </a:path>
              </a:pathLst>
            </a:custGeom>
            <a:solidFill>
              <a:srgbClr val="FFFE00"/>
            </a:solidFill>
            <a:ln>
              <a:noFill/>
            </a:ln>
          </p:spPr>
        </p:sp>
        <p:grpSp>
          <p:nvGrpSpPr>
            <p:cNvPr id="8" name="Google Shape;149;p13">
              <a:extLst>
                <a:ext uri="{FF2B5EF4-FFF2-40B4-BE49-F238E27FC236}">
                  <a16:creationId xmlns:a16="http://schemas.microsoft.com/office/drawing/2014/main" id="{2FB67DF8-D62C-76BB-09CF-687D041FEDED}"/>
                </a:ext>
              </a:extLst>
            </p:cNvPr>
            <p:cNvGrpSpPr/>
            <p:nvPr/>
          </p:nvGrpSpPr>
          <p:grpSpPr>
            <a:xfrm>
              <a:off x="1085200" y="-156767"/>
              <a:ext cx="795475" cy="1494515"/>
              <a:chOff x="0" y="-47625"/>
              <a:chExt cx="241661" cy="454025"/>
            </a:xfrm>
          </p:grpSpPr>
          <p:sp>
            <p:nvSpPr>
              <p:cNvPr id="24" name="Google Shape;150;p13">
                <a:extLst>
                  <a:ext uri="{FF2B5EF4-FFF2-40B4-BE49-F238E27FC236}">
                    <a16:creationId xmlns:a16="http://schemas.microsoft.com/office/drawing/2014/main" id="{89F8BED2-0CEC-0493-7835-FDCD7BCA27ED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25" name="Google Shape;151;p13">
                <a:extLst>
                  <a:ext uri="{FF2B5EF4-FFF2-40B4-BE49-F238E27FC236}">
                    <a16:creationId xmlns:a16="http://schemas.microsoft.com/office/drawing/2014/main" id="{374AF7A9-8AF4-794C-0478-6079C7142A7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" name="Google Shape;152;p13">
              <a:extLst>
                <a:ext uri="{FF2B5EF4-FFF2-40B4-BE49-F238E27FC236}">
                  <a16:creationId xmlns:a16="http://schemas.microsoft.com/office/drawing/2014/main" id="{1E9F256A-356A-173E-34CC-8451A8431EE8}"/>
                </a:ext>
              </a:extLst>
            </p:cNvPr>
            <p:cNvGrpSpPr/>
            <p:nvPr/>
          </p:nvGrpSpPr>
          <p:grpSpPr>
            <a:xfrm>
              <a:off x="0" y="-156767"/>
              <a:ext cx="795475" cy="1494515"/>
              <a:chOff x="0" y="-47625"/>
              <a:chExt cx="241661" cy="454025"/>
            </a:xfrm>
          </p:grpSpPr>
          <p:sp>
            <p:nvSpPr>
              <p:cNvPr id="21" name="Google Shape;153;p13">
                <a:extLst>
                  <a:ext uri="{FF2B5EF4-FFF2-40B4-BE49-F238E27FC236}">
                    <a16:creationId xmlns:a16="http://schemas.microsoft.com/office/drawing/2014/main" id="{4C10B6B6-E00E-FE48-0966-180553563506}"/>
                  </a:ext>
                </a:extLst>
              </p:cNvPr>
              <p:cNvSpPr/>
              <p:nvPr/>
            </p:nvSpPr>
            <p:spPr>
              <a:xfrm>
                <a:off x="0" y="0"/>
                <a:ext cx="24166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1661" h="406400" extrusionOk="0">
                    <a:moveTo>
                      <a:pt x="3846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8461" y="406400"/>
                    </a:lnTo>
                    <a:lnTo>
                      <a:pt x="241661" y="203200"/>
                    </a:lnTo>
                    <a:lnTo>
                      <a:pt x="38461" y="0"/>
                    </a:lnTo>
                    <a:close/>
                  </a:path>
                </a:pathLst>
              </a:custGeom>
              <a:solidFill>
                <a:srgbClr val="FFFE00"/>
              </a:solidFill>
              <a:ln>
                <a:noFill/>
              </a:ln>
            </p:spPr>
          </p:sp>
          <p:sp>
            <p:nvSpPr>
              <p:cNvPr id="23" name="Google Shape;154;p13">
                <a:extLst>
                  <a:ext uri="{FF2B5EF4-FFF2-40B4-BE49-F238E27FC236}">
                    <a16:creationId xmlns:a16="http://schemas.microsoft.com/office/drawing/2014/main" id="{F673EE73-CE3B-09B4-3EE0-2A438300C4F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27361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25E60A7-9841-3AFA-9CE0-B275CF52BE87}"/>
              </a:ext>
            </a:extLst>
          </p:cNvPr>
          <p:cNvSpPr txBox="1"/>
          <p:nvPr/>
        </p:nvSpPr>
        <p:spPr>
          <a:xfrm>
            <a:off x="327025" y="1019762"/>
            <a:ext cx="8451064" cy="18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u="sng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Required Skills</a:t>
            </a:r>
            <a:r>
              <a:rPr lang="en-US" sz="1600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</a:p>
          <a:p>
            <a:pPr algn="just"/>
            <a:endParaRPr lang="en-US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 (Python, C, JavaScript).</a:t>
            </a: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networking knowledge (firewalls, VPNs, IDS/IPS).</a:t>
            </a: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with encryption and cloud security (AWS, Azure).</a:t>
            </a: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at solving problems and handling cyber attacks.</a:t>
            </a:r>
            <a:endParaRPr lang="en-US" sz="1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ABCAF9-F484-2BE2-237A-48CC7DFBEF57}"/>
              </a:ext>
            </a:extLst>
          </p:cNvPr>
          <p:cNvSpPr txBox="1"/>
          <p:nvPr/>
        </p:nvSpPr>
        <p:spPr>
          <a:xfrm>
            <a:off x="182175" y="2871565"/>
            <a:ext cx="78498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u="sng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Career Path, Growth &amp; Certifications</a:t>
            </a:r>
            <a:r>
              <a:rPr lang="en-US" sz="1600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BEE870-46A0-BE4E-E15D-6ED60FF9B78B}"/>
              </a:ext>
            </a:extLst>
          </p:cNvPr>
          <p:cNvSpPr txBox="1"/>
          <p:nvPr/>
        </p:nvSpPr>
        <p:spPr>
          <a:xfrm>
            <a:off x="514407" y="3296305"/>
            <a:ext cx="7849815" cy="1373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Career Growth Path: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: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Analyst, Network Admin, IT Support</a:t>
            </a: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Mid-Level :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Engineer, SOC Analyst, Penetration Tester</a:t>
            </a: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Senior-Level :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Architect, CISO (Chief Info Security Officer), Security Consultant.</a:t>
            </a:r>
            <a:endParaRPr 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6381B1-ACB6-A22C-5FB7-1304FAC0D455}"/>
              </a:ext>
            </a:extLst>
          </p:cNvPr>
          <p:cNvSpPr txBox="1"/>
          <p:nvPr/>
        </p:nvSpPr>
        <p:spPr>
          <a:xfrm>
            <a:off x="5108658" y="231451"/>
            <a:ext cx="54387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spc="-1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Cybersecurity Engineer </a:t>
            </a:r>
            <a:r>
              <a:rPr lang="en-US" sz="1400" spc="-1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(OTJ-2)</a:t>
            </a:r>
            <a:endParaRPr lang="en-US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5058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 invX="1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02FA33D-FE53-03A8-0A22-F6A18B0B6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82348" y="-1518150"/>
            <a:ext cx="4179303" cy="9144001"/>
          </a:xfrm>
          <a:prstGeom prst="rect">
            <a:avLst/>
          </a:prstGeom>
        </p:spPr>
      </p:pic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1F6B3EB1-7145-E295-3274-16218E6F27BD}"/>
              </a:ext>
            </a:extLst>
          </p:cNvPr>
          <p:cNvSpPr/>
          <p:nvPr/>
        </p:nvSpPr>
        <p:spPr>
          <a:xfrm rot="1329090">
            <a:off x="6824637" y="3208388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658CB17A-9D46-7051-14F9-A2F272A32A18}"/>
              </a:ext>
            </a:extLst>
          </p:cNvPr>
          <p:cNvSpPr/>
          <p:nvPr/>
        </p:nvSpPr>
        <p:spPr>
          <a:xfrm>
            <a:off x="7473395" y="1044700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5E60A7-9841-3AFA-9CE0-B275CF52BE87}"/>
              </a:ext>
            </a:extLst>
          </p:cNvPr>
          <p:cNvSpPr txBox="1"/>
          <p:nvPr/>
        </p:nvSpPr>
        <p:spPr>
          <a:xfrm>
            <a:off x="409812" y="1655520"/>
            <a:ext cx="8451064" cy="1582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700" u="sng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r>
              <a:rPr lang="en-US" sz="1700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u="sng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Certifications</a:t>
            </a:r>
            <a:r>
              <a:rPr lang="en-US" sz="1700" dirty="0">
                <a:solidFill>
                  <a:srgbClr val="FE9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</a:p>
          <a:p>
            <a:pPr algn="just"/>
            <a:endParaRPr lang="en-US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CEH (Certified Ethical Hacker)</a:t>
            </a: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CISM (Certified Information Security Manager)</a:t>
            </a:r>
            <a:endParaRPr lang="en-US" sz="15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§"/>
            </a:pP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CISSP (Certified Info Systems Security Professional), etc.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D85CB3-8A33-A3D2-8821-E8C6CA46AD56}"/>
              </a:ext>
            </a:extLst>
          </p:cNvPr>
          <p:cNvSpPr txBox="1"/>
          <p:nvPr/>
        </p:nvSpPr>
        <p:spPr>
          <a:xfrm>
            <a:off x="5108658" y="231451"/>
            <a:ext cx="54387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spc="-1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Cybersecurity Engineer </a:t>
            </a:r>
            <a:r>
              <a:rPr lang="en-US" sz="1400" spc="-1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(OTJ-2)</a:t>
            </a:r>
            <a:endParaRPr lang="en-US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2196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 invX="1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02FA33D-FE53-03A8-0A22-F6A18B0B6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82348" y="-1518150"/>
            <a:ext cx="4179303" cy="9144001"/>
          </a:xfrm>
          <a:prstGeom prst="rect">
            <a:avLst/>
          </a:prstGeom>
        </p:spPr>
      </p:pic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1F6B3EB1-7145-E295-3274-16218E6F27BD}"/>
              </a:ext>
            </a:extLst>
          </p:cNvPr>
          <p:cNvSpPr/>
          <p:nvPr/>
        </p:nvSpPr>
        <p:spPr>
          <a:xfrm rot="1329090">
            <a:off x="6824637" y="3208388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658CB17A-9D46-7051-14F9-A2F272A32A18}"/>
              </a:ext>
            </a:extLst>
          </p:cNvPr>
          <p:cNvSpPr/>
          <p:nvPr/>
        </p:nvSpPr>
        <p:spPr>
          <a:xfrm>
            <a:off x="7473395" y="1044700"/>
            <a:ext cx="3359510" cy="4098800"/>
          </a:xfrm>
          <a:prstGeom prst="triangl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85000"/>
                  </a:schemeClr>
                </a:solidFill>
              </a:ln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6E5F42-9689-2E8C-6E3A-A43E979CB8CC}"/>
              </a:ext>
            </a:extLst>
          </p:cNvPr>
          <p:cNvSpPr txBox="1"/>
          <p:nvPr/>
        </p:nvSpPr>
        <p:spPr>
          <a:xfrm>
            <a:off x="1981435" y="1786920"/>
            <a:ext cx="610277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b="1" i="1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glow>
                    <a:schemeClr val="accent5">
                      <a:satMod val="175000"/>
                      <a:alpha val="16000"/>
                    </a:schemeClr>
                  </a:glow>
                  <a:outerShdw dist="38100" dir="2700000" algn="tl">
                    <a:srgbClr val="000000">
                      <a:alpha val="88000"/>
                    </a:srgbClr>
                  </a:outerShdw>
                  <a:reflection blurRad="88900" stA="33000" endPos="33000" dir="5400000" sy="-90000" algn="bl" rotWithShape="0"/>
                </a:effectLst>
              </a:rPr>
              <a:t>Thank</a:t>
            </a:r>
            <a:r>
              <a:rPr lang="en-US" sz="9600" b="1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glow>
                    <a:schemeClr val="accent5">
                      <a:satMod val="175000"/>
                      <a:alpha val="16000"/>
                    </a:schemeClr>
                  </a:glow>
                  <a:outerShdw dist="38100" dir="2700000" algn="tl">
                    <a:srgbClr val="000000">
                      <a:alpha val="88000"/>
                    </a:srgbClr>
                  </a:outerShdw>
                  <a:reflection blurRad="88900" stA="33000" endPos="33000" dir="5400000" sy="-90000" algn="bl" rotWithShape="0"/>
                </a:effectLst>
              </a:rPr>
              <a:t> </a:t>
            </a:r>
            <a:r>
              <a:rPr lang="en-US" sz="9600" b="1" i="1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glow>
                    <a:schemeClr val="accent5">
                      <a:satMod val="175000"/>
                      <a:alpha val="16000"/>
                    </a:schemeClr>
                  </a:glow>
                  <a:outerShdw dist="38100" dir="2700000" algn="tl">
                    <a:srgbClr val="000000">
                      <a:alpha val="88000"/>
                    </a:srgbClr>
                  </a:outerShdw>
                  <a:reflection blurRad="88900" stA="33000" endPos="33000" dir="5400000" sy="-90000" algn="bl" rotWithShape="0"/>
                </a:effectLst>
              </a:rPr>
              <a:t>You!</a:t>
            </a:r>
          </a:p>
        </p:txBody>
      </p:sp>
    </p:spTree>
    <p:extLst>
      <p:ext uri="{BB962C8B-B14F-4D97-AF65-F5344CB8AC3E}">
        <p14:creationId xmlns:p14="http://schemas.microsoft.com/office/powerpoint/2010/main" val="33577852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 invX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959</Words>
  <Application>Microsoft Office PowerPoint</Application>
  <PresentationFormat>On-screen Show (16:9)</PresentationFormat>
  <Paragraphs>140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Gabriola</vt:lpstr>
      <vt:lpstr>Inter</vt:lpstr>
      <vt:lpstr>Times New Roman</vt:lpstr>
      <vt:lpstr>Wingdings</vt:lpstr>
      <vt:lpstr>Office Theme</vt:lpstr>
      <vt:lpstr>PowerPoint Presentation</vt:lpstr>
      <vt:lpstr>Contents 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2025-05-01T17:50:46Z</dcterms:modified>
</cp:coreProperties>
</file>